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7"/>
  </p:notesMasterIdLst>
  <p:sldIdLst>
    <p:sldId id="256" r:id="rId2"/>
    <p:sldId id="270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31BE2C-1D44-4AE6-832A-3D24D8F259F4}" v="89" dt="2026-06-09T19:07:06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kwuemeka Nwankwo" userId="78607a589bfa46ec" providerId="LiveId" clId="{6CD54CCE-9ECE-46A4-9B1F-55649081D02C}"/>
    <pc:docChg chg="modSld">
      <pc:chgData name="Chukwuemeka Nwankwo" userId="78607a589bfa46ec" providerId="LiveId" clId="{6CD54CCE-9ECE-46A4-9B1F-55649081D02C}" dt="2026-06-09T18:17:48.533" v="18" actId="1076"/>
      <pc:docMkLst>
        <pc:docMk/>
      </pc:docMkLst>
      <pc:sldChg chg="modSp mod">
        <pc:chgData name="Chukwuemeka Nwankwo" userId="78607a589bfa46ec" providerId="LiveId" clId="{6CD54CCE-9ECE-46A4-9B1F-55649081D02C}" dt="2026-06-09T18:17:48.533" v="18" actId="1076"/>
        <pc:sldMkLst>
          <pc:docMk/>
          <pc:sldMk cId="2454050267" sldId="261"/>
        </pc:sldMkLst>
        <pc:spChg chg="mod">
          <ac:chgData name="Chukwuemeka Nwankwo" userId="78607a589bfa46ec" providerId="LiveId" clId="{6CD54CCE-9ECE-46A4-9B1F-55649081D02C}" dt="2026-06-09T18:17:48.533" v="18" actId="1076"/>
          <ac:spMkLst>
            <pc:docMk/>
            <pc:sldMk cId="2454050267" sldId="261"/>
            <ac:spMk id="4" creationId="{9E49A3DD-6D76-8444-D1E2-6A785DC05413}"/>
          </ac:spMkLst>
        </pc:spChg>
      </pc:sldChg>
      <pc:sldChg chg="modSp mod">
        <pc:chgData name="Chukwuemeka Nwankwo" userId="78607a589bfa46ec" providerId="LiveId" clId="{6CD54CCE-9ECE-46A4-9B1F-55649081D02C}" dt="2026-06-09T14:32:46.133" v="15" actId="20577"/>
        <pc:sldMkLst>
          <pc:docMk/>
          <pc:sldMk cId="2071158371" sldId="270"/>
        </pc:sldMkLst>
        <pc:spChg chg="mod">
          <ac:chgData name="Chukwuemeka Nwankwo" userId="78607a589bfa46ec" providerId="LiveId" clId="{6CD54CCE-9ECE-46A4-9B1F-55649081D02C}" dt="2026-06-09T14:32:46.133" v="15" actId="20577"/>
          <ac:spMkLst>
            <pc:docMk/>
            <pc:sldMk cId="2071158371" sldId="270"/>
            <ac:spMk id="2" creationId="{AB32748D-F32E-5104-17E5-BC1A200F39F8}"/>
          </ac:spMkLst>
        </pc:spChg>
      </pc:sldChg>
    </pc:docChg>
  </pc:docChgLst>
  <pc:docChgLst>
    <pc:chgData name="Chukwuemeka Nwankwo" userId="78607a589bfa46ec" providerId="LiveId" clId="{6041CD11-7100-4D23-B5BA-5EBEF4C1DFFE}"/>
    <pc:docChg chg="undo custSel addSld modSld sldOrd">
      <pc:chgData name="Chukwuemeka Nwankwo" userId="78607a589bfa46ec" providerId="LiveId" clId="{6041CD11-7100-4D23-B5BA-5EBEF4C1DFFE}" dt="2026-06-09T19:07:06.761" v="2447" actId="20577"/>
      <pc:docMkLst>
        <pc:docMk/>
      </pc:docMkLst>
      <pc:sldChg chg="addSp delSp modSp mod setBg">
        <pc:chgData name="Chukwuemeka Nwankwo" userId="78607a589bfa46ec" providerId="LiveId" clId="{6041CD11-7100-4D23-B5BA-5EBEF4C1DFFE}" dt="2026-06-09T18:50:24.043" v="2439" actId="14100"/>
        <pc:sldMkLst>
          <pc:docMk/>
          <pc:sldMk cId="3844952701" sldId="257"/>
        </pc:sldMkLst>
        <pc:spChg chg="mod">
          <ac:chgData name="Chukwuemeka Nwankwo" userId="78607a589bfa46ec" providerId="LiveId" clId="{6041CD11-7100-4D23-B5BA-5EBEF4C1DFFE}" dt="2026-06-06T06:02:44.633" v="977" actId="14100"/>
          <ac:spMkLst>
            <pc:docMk/>
            <pc:sldMk cId="3844952701" sldId="257"/>
            <ac:spMk id="2" creationId="{C2712AD6-499F-BFDF-68A7-74030A1FB9B4}"/>
          </ac:spMkLst>
        </pc:spChg>
        <pc:spChg chg="mod">
          <ac:chgData name="Chukwuemeka Nwankwo" userId="78607a589bfa46ec" providerId="LiveId" clId="{6041CD11-7100-4D23-B5BA-5EBEF4C1DFFE}" dt="2026-06-09T07:18:25.657" v="2419" actId="1076"/>
          <ac:spMkLst>
            <pc:docMk/>
            <pc:sldMk cId="3844952701" sldId="257"/>
            <ac:spMk id="4" creationId="{2A646248-8F28-EEE0-F15D-DE6E19B60DE7}"/>
          </ac:spMkLst>
        </pc:spChg>
        <pc:spChg chg="add del mod">
          <ac:chgData name="Chukwuemeka Nwankwo" userId="78607a589bfa46ec" providerId="LiveId" clId="{6041CD11-7100-4D23-B5BA-5EBEF4C1DFFE}" dt="2026-06-08T01:22:15.033" v="2099" actId="931"/>
          <ac:spMkLst>
            <pc:docMk/>
            <pc:sldMk cId="3844952701" sldId="257"/>
            <ac:spMk id="5" creationId="{8F426115-3C4B-7BD5-7E30-E1BE663A54D1}"/>
          </ac:spMkLst>
        </pc:spChg>
        <pc:spChg chg="add del mod">
          <ac:chgData name="Chukwuemeka Nwankwo" userId="78607a589bfa46ec" providerId="LiveId" clId="{6041CD11-7100-4D23-B5BA-5EBEF4C1DFFE}" dt="2026-06-09T18:43:51.709" v="2438" actId="931"/>
          <ac:spMkLst>
            <pc:docMk/>
            <pc:sldMk cId="3844952701" sldId="257"/>
            <ac:spMk id="5" creationId="{B4722220-BE84-B808-20A4-0F6B69BF0F1D}"/>
          </ac:spMkLst>
        </pc:spChg>
        <pc:spChg chg="add mod">
          <ac:chgData name="Chukwuemeka Nwankwo" userId="78607a589bfa46ec" providerId="LiveId" clId="{6041CD11-7100-4D23-B5BA-5EBEF4C1DFFE}" dt="2026-06-08T00:57:52.874" v="1471" actId="33524"/>
          <ac:spMkLst>
            <pc:docMk/>
            <pc:sldMk cId="3844952701" sldId="257"/>
            <ac:spMk id="9" creationId="{5A634D65-4C86-0846-AB32-29F37752BD50}"/>
          </ac:spMkLst>
        </pc:spChg>
        <pc:picChg chg="del mod">
          <ac:chgData name="Chukwuemeka Nwankwo" userId="78607a589bfa46ec" providerId="LiveId" clId="{6041CD11-7100-4D23-B5BA-5EBEF4C1DFFE}" dt="2026-06-08T01:19:29.522" v="2089" actId="478"/>
          <ac:picMkLst>
            <pc:docMk/>
            <pc:sldMk cId="3844952701" sldId="257"/>
            <ac:picMk id="6" creationId="{D6D76331-E229-ADE9-9B58-D0011015678E}"/>
          </ac:picMkLst>
        </pc:picChg>
        <pc:picChg chg="add del mod">
          <ac:chgData name="Chukwuemeka Nwankwo" userId="78607a589bfa46ec" providerId="LiveId" clId="{6041CD11-7100-4D23-B5BA-5EBEF4C1DFFE}" dt="2026-06-09T18:42:42.123" v="2430" actId="478"/>
          <ac:picMkLst>
            <pc:docMk/>
            <pc:sldMk cId="3844952701" sldId="257"/>
            <ac:picMk id="7" creationId="{E91F4176-E138-ACC7-4F69-4FA0586CB650}"/>
          </ac:picMkLst>
        </pc:picChg>
        <pc:picChg chg="add mod ord">
          <ac:chgData name="Chukwuemeka Nwankwo" userId="78607a589bfa46ec" providerId="LiveId" clId="{6041CD11-7100-4D23-B5BA-5EBEF4C1DFFE}" dt="2026-06-09T18:43:25.458" v="2436" actId="1076"/>
          <ac:picMkLst>
            <pc:docMk/>
            <pc:sldMk cId="3844952701" sldId="257"/>
            <ac:picMk id="8" creationId="{736270E4-962F-ABB6-1021-236B63019953}"/>
          </ac:picMkLst>
        </pc:picChg>
        <pc:picChg chg="add del mod">
          <ac:chgData name="Chukwuemeka Nwankwo" userId="78607a589bfa46ec" providerId="LiveId" clId="{6041CD11-7100-4D23-B5BA-5EBEF4C1DFFE}" dt="2026-06-08T01:20:52.706" v="2093" actId="478"/>
          <ac:picMkLst>
            <pc:docMk/>
            <pc:sldMk cId="3844952701" sldId="257"/>
            <ac:picMk id="10" creationId="{B3CF73A9-4A41-F623-FA1F-B075C2932B03}"/>
          </ac:picMkLst>
        </pc:picChg>
        <pc:picChg chg="add del mod ord">
          <ac:chgData name="Chukwuemeka Nwankwo" userId="78607a589bfa46ec" providerId="LiveId" clId="{6041CD11-7100-4D23-B5BA-5EBEF4C1DFFE}" dt="2026-06-09T18:43:15.758" v="2432" actId="931"/>
          <ac:picMkLst>
            <pc:docMk/>
            <pc:sldMk cId="3844952701" sldId="257"/>
            <ac:picMk id="11" creationId="{013C035C-2B1A-52C6-C7A4-E7457E2EA29C}"/>
          </ac:picMkLst>
        </pc:picChg>
        <pc:picChg chg="add del mod">
          <ac:chgData name="Chukwuemeka Nwankwo" userId="78607a589bfa46ec" providerId="LiveId" clId="{6041CD11-7100-4D23-B5BA-5EBEF4C1DFFE}" dt="2026-06-08T01:22:00.584" v="2098" actId="478"/>
          <ac:picMkLst>
            <pc:docMk/>
            <pc:sldMk cId="3844952701" sldId="257"/>
            <ac:picMk id="12" creationId="{A83E3B39-48EE-06A6-06E0-CFCAF59B63A9}"/>
          </ac:picMkLst>
        </pc:picChg>
        <pc:picChg chg="add mod ord">
          <ac:chgData name="Chukwuemeka Nwankwo" userId="78607a589bfa46ec" providerId="LiveId" clId="{6041CD11-7100-4D23-B5BA-5EBEF4C1DFFE}" dt="2026-06-09T18:50:24.043" v="2439" actId="14100"/>
          <ac:picMkLst>
            <pc:docMk/>
            <pc:sldMk cId="3844952701" sldId="257"/>
            <ac:picMk id="13" creationId="{49DD3BCA-018E-C67D-4F33-DFF61BE4405C}"/>
          </ac:picMkLst>
        </pc:picChg>
        <pc:picChg chg="add del mod ord">
          <ac:chgData name="Chukwuemeka Nwankwo" userId="78607a589bfa46ec" providerId="LiveId" clId="{6041CD11-7100-4D23-B5BA-5EBEF4C1DFFE}" dt="2026-06-09T18:39:56.629" v="2423" actId="478"/>
          <ac:picMkLst>
            <pc:docMk/>
            <pc:sldMk cId="3844952701" sldId="257"/>
            <ac:picMk id="14" creationId="{7E2F21CB-DC9E-66B6-12D3-BD82566979EE}"/>
          </ac:picMkLst>
        </pc:picChg>
      </pc:sldChg>
      <pc:sldChg chg="addSp delSp modSp add mod ord">
        <pc:chgData name="Chukwuemeka Nwankwo" userId="78607a589bfa46ec" providerId="LiveId" clId="{6041CD11-7100-4D23-B5BA-5EBEF4C1DFFE}" dt="2026-06-09T19:07:06.761" v="2447" actId="20577"/>
        <pc:sldMkLst>
          <pc:docMk/>
          <pc:sldMk cId="2392738511" sldId="258"/>
        </pc:sldMkLst>
        <pc:spChg chg="mod">
          <ac:chgData name="Chukwuemeka Nwankwo" userId="78607a589bfa46ec" providerId="LiveId" clId="{6041CD11-7100-4D23-B5BA-5EBEF4C1DFFE}" dt="2026-06-05T18:11:23.934" v="269" actId="14100"/>
          <ac:spMkLst>
            <pc:docMk/>
            <pc:sldMk cId="2392738511" sldId="258"/>
            <ac:spMk id="2" creationId="{87BC9D62-FF2D-6D67-99D0-692D34735984}"/>
          </ac:spMkLst>
        </pc:spChg>
        <pc:spChg chg="mod">
          <ac:chgData name="Chukwuemeka Nwankwo" userId="78607a589bfa46ec" providerId="LiveId" clId="{6041CD11-7100-4D23-B5BA-5EBEF4C1DFFE}" dt="2026-06-09T19:07:06.761" v="2447" actId="20577"/>
          <ac:spMkLst>
            <pc:docMk/>
            <pc:sldMk cId="2392738511" sldId="258"/>
            <ac:spMk id="4" creationId="{5BBC1417-D86F-0A6E-1E43-A421E1153118}"/>
          </ac:spMkLst>
        </pc:spChg>
        <pc:spChg chg="add mod">
          <ac:chgData name="Chukwuemeka Nwankwo" userId="78607a589bfa46ec" providerId="LiveId" clId="{6041CD11-7100-4D23-B5BA-5EBEF4C1DFFE}" dt="2026-06-06T05:17:07.750" v="877" actId="108"/>
          <ac:spMkLst>
            <pc:docMk/>
            <pc:sldMk cId="2392738511" sldId="258"/>
            <ac:spMk id="15" creationId="{42EAA22B-DEC3-3C42-8E84-FF937DEBE574}"/>
          </ac:spMkLst>
        </pc:spChg>
        <pc:picChg chg="mod">
          <ac:chgData name="Chukwuemeka Nwankwo" userId="78607a589bfa46ec" providerId="LiveId" clId="{6041CD11-7100-4D23-B5BA-5EBEF4C1DFFE}" dt="2026-06-09T08:35:33.127" v="2422" actId="1036"/>
          <ac:picMkLst>
            <pc:docMk/>
            <pc:sldMk cId="2392738511" sldId="258"/>
            <ac:picMk id="8" creationId="{F6EED254-10D3-6493-72EB-E29FF529EFFD}"/>
          </ac:picMkLst>
        </pc:picChg>
        <pc:picChg chg="add mod">
          <ac:chgData name="Chukwuemeka Nwankwo" userId="78607a589bfa46ec" providerId="LiveId" clId="{6041CD11-7100-4D23-B5BA-5EBEF4C1DFFE}" dt="2026-06-06T08:54:42.045" v="1429" actId="1036"/>
          <ac:picMkLst>
            <pc:docMk/>
            <pc:sldMk cId="2392738511" sldId="258"/>
            <ac:picMk id="14" creationId="{EBB8C5AE-3CDF-8BEA-0D60-3C7E5C8DB802}"/>
          </ac:picMkLst>
        </pc:picChg>
      </pc:sldChg>
      <pc:sldChg chg="addSp modSp add mod">
        <pc:chgData name="Chukwuemeka Nwankwo" userId="78607a589bfa46ec" providerId="LiveId" clId="{6041CD11-7100-4D23-B5BA-5EBEF4C1DFFE}" dt="2026-06-06T05:15:29.435" v="872" actId="14100"/>
        <pc:sldMkLst>
          <pc:docMk/>
          <pc:sldMk cId="33641944" sldId="259"/>
        </pc:sldMkLst>
        <pc:spChg chg="add mod">
          <ac:chgData name="Chukwuemeka Nwankwo" userId="78607a589bfa46ec" providerId="LiveId" clId="{6041CD11-7100-4D23-B5BA-5EBEF4C1DFFE}" dt="2026-06-06T05:15:05.160" v="870" actId="108"/>
          <ac:spMkLst>
            <pc:docMk/>
            <pc:sldMk cId="33641944" sldId="259"/>
            <ac:spMk id="3" creationId="{B5AAFCBA-0487-41E9-2682-4FFFF14BA6EE}"/>
          </ac:spMkLst>
        </pc:spChg>
        <pc:spChg chg="mod">
          <ac:chgData name="Chukwuemeka Nwankwo" userId="78607a589bfa46ec" providerId="LiveId" clId="{6041CD11-7100-4D23-B5BA-5EBEF4C1DFFE}" dt="2026-06-06T05:15:29.435" v="872" actId="14100"/>
          <ac:spMkLst>
            <pc:docMk/>
            <pc:sldMk cId="33641944" sldId="259"/>
            <ac:spMk id="4" creationId="{EC316423-A7AD-1716-C1A1-A2BC0C292A0B}"/>
          </ac:spMkLst>
        </pc:spChg>
      </pc:sldChg>
      <pc:sldChg chg="addSp delSp modSp add mod">
        <pc:chgData name="Chukwuemeka Nwankwo" userId="78607a589bfa46ec" providerId="LiveId" clId="{6041CD11-7100-4D23-B5BA-5EBEF4C1DFFE}" dt="2026-06-06T08:54:53.400" v="1448" actId="1035"/>
        <pc:sldMkLst>
          <pc:docMk/>
          <pc:sldMk cId="1403997499" sldId="260"/>
        </pc:sldMkLst>
        <pc:spChg chg="mod">
          <ac:chgData name="Chukwuemeka Nwankwo" userId="78607a589bfa46ec" providerId="LiveId" clId="{6041CD11-7100-4D23-B5BA-5EBEF4C1DFFE}" dt="2026-06-05T18:46:54.897" v="430" actId="20577"/>
          <ac:spMkLst>
            <pc:docMk/>
            <pc:sldMk cId="1403997499" sldId="260"/>
            <ac:spMk id="2" creationId="{65EDB986-EBE9-3A30-1B9D-6AF696EF8123}"/>
          </ac:spMkLst>
        </pc:spChg>
        <pc:spChg chg="mod">
          <ac:chgData name="Chukwuemeka Nwankwo" userId="78607a589bfa46ec" providerId="LiveId" clId="{6041CD11-7100-4D23-B5BA-5EBEF4C1DFFE}" dt="2026-06-05T19:05:13.297" v="472" actId="14100"/>
          <ac:spMkLst>
            <pc:docMk/>
            <pc:sldMk cId="1403997499" sldId="260"/>
            <ac:spMk id="4" creationId="{6158B3AF-8851-6F23-0F08-9516091B3158}"/>
          </ac:spMkLst>
        </pc:spChg>
        <pc:spChg chg="mod">
          <ac:chgData name="Chukwuemeka Nwankwo" userId="78607a589bfa46ec" providerId="LiveId" clId="{6041CD11-7100-4D23-B5BA-5EBEF4C1DFFE}" dt="2026-06-06T05:22:48.981" v="885" actId="14100"/>
          <ac:spMkLst>
            <pc:docMk/>
            <pc:sldMk cId="1403997499" sldId="260"/>
            <ac:spMk id="15" creationId="{01F9E144-9B9B-5B52-7B82-5F0A67D3B83B}"/>
          </ac:spMkLst>
        </pc:spChg>
        <pc:picChg chg="add mod">
          <ac:chgData name="Chukwuemeka Nwankwo" userId="78607a589bfa46ec" providerId="LiveId" clId="{6041CD11-7100-4D23-B5BA-5EBEF4C1DFFE}" dt="2026-06-06T08:54:53.400" v="1448" actId="1035"/>
          <ac:picMkLst>
            <pc:docMk/>
            <pc:sldMk cId="1403997499" sldId="260"/>
            <ac:picMk id="5" creationId="{61141C42-5B38-2459-6DA7-1A9FE665B342}"/>
          </ac:picMkLst>
        </pc:picChg>
      </pc:sldChg>
      <pc:sldChg chg="addSp delSp modSp add mod ord">
        <pc:chgData name="Chukwuemeka Nwankwo" userId="78607a589bfa46ec" providerId="LiveId" clId="{6041CD11-7100-4D23-B5BA-5EBEF4C1DFFE}" dt="2026-06-06T06:00:26.128" v="967" actId="478"/>
        <pc:sldMkLst>
          <pc:docMk/>
          <pc:sldMk cId="2454050267" sldId="261"/>
        </pc:sldMkLst>
        <pc:spChg chg="mod">
          <ac:chgData name="Chukwuemeka Nwankwo" userId="78607a589bfa46ec" providerId="LiveId" clId="{6041CD11-7100-4D23-B5BA-5EBEF4C1DFFE}" dt="2026-06-05T19:07:37.162" v="478" actId="207"/>
          <ac:spMkLst>
            <pc:docMk/>
            <pc:sldMk cId="2454050267" sldId="261"/>
            <ac:spMk id="2" creationId="{3A2D13EC-6ED8-48D1-0817-6CA8A057735D}"/>
          </ac:spMkLst>
        </pc:spChg>
        <pc:spChg chg="mod">
          <ac:chgData name="Chukwuemeka Nwankwo" userId="78607a589bfa46ec" providerId="LiveId" clId="{6041CD11-7100-4D23-B5BA-5EBEF4C1DFFE}" dt="2026-06-06T05:45:00.184" v="902" actId="14100"/>
          <ac:spMkLst>
            <pc:docMk/>
            <pc:sldMk cId="2454050267" sldId="261"/>
            <ac:spMk id="4" creationId="{9E49A3DD-6D76-8444-D1E2-6A785DC05413}"/>
          </ac:spMkLst>
        </pc:spChg>
        <pc:spChg chg="mod">
          <ac:chgData name="Chukwuemeka Nwankwo" userId="78607a589bfa46ec" providerId="LiveId" clId="{6041CD11-7100-4D23-B5BA-5EBEF4C1DFFE}" dt="2026-06-06T05:45:12.381" v="904" actId="14100"/>
          <ac:spMkLst>
            <pc:docMk/>
            <pc:sldMk cId="2454050267" sldId="261"/>
            <ac:spMk id="15" creationId="{2BDCDAC8-55BB-B3F7-D6B9-BA13E009023E}"/>
          </ac:spMkLst>
        </pc:spChg>
        <pc:picChg chg="add mod">
          <ac:chgData name="Chukwuemeka Nwankwo" userId="78607a589bfa46ec" providerId="LiveId" clId="{6041CD11-7100-4D23-B5BA-5EBEF4C1DFFE}" dt="2026-06-06T05:45:45.107" v="910" actId="1036"/>
          <ac:picMkLst>
            <pc:docMk/>
            <pc:sldMk cId="2454050267" sldId="261"/>
            <ac:picMk id="7" creationId="{C110D08D-664E-375D-C17B-788146E1203D}"/>
          </ac:picMkLst>
        </pc:picChg>
        <pc:picChg chg="mod">
          <ac:chgData name="Chukwuemeka Nwankwo" userId="78607a589bfa46ec" providerId="LiveId" clId="{6041CD11-7100-4D23-B5BA-5EBEF4C1DFFE}" dt="2026-06-06T05:45:17.975" v="905" actId="1076"/>
          <ac:picMkLst>
            <pc:docMk/>
            <pc:sldMk cId="2454050267" sldId="261"/>
            <ac:picMk id="8" creationId="{E1F2C44F-667A-4B97-2462-317A623B4148}"/>
          </ac:picMkLst>
        </pc:picChg>
      </pc:sldChg>
      <pc:sldChg chg="addSp delSp modSp add mod">
        <pc:chgData name="Chukwuemeka Nwankwo" userId="78607a589bfa46ec" providerId="LiveId" clId="{6041CD11-7100-4D23-B5BA-5EBEF4C1DFFE}" dt="2026-06-09T02:23:19.590" v="2254" actId="313"/>
        <pc:sldMkLst>
          <pc:docMk/>
          <pc:sldMk cId="4254472937" sldId="262"/>
        </pc:sldMkLst>
        <pc:spChg chg="mod">
          <ac:chgData name="Chukwuemeka Nwankwo" userId="78607a589bfa46ec" providerId="LiveId" clId="{6041CD11-7100-4D23-B5BA-5EBEF4C1DFFE}" dt="2026-06-08T01:02:37.663" v="1541" actId="14100"/>
          <ac:spMkLst>
            <pc:docMk/>
            <pc:sldMk cId="4254472937" sldId="262"/>
            <ac:spMk id="2" creationId="{D779CA83-E7A9-E3FF-A500-A953EA6720A4}"/>
          </ac:spMkLst>
        </pc:spChg>
        <pc:spChg chg="mod">
          <ac:chgData name="Chukwuemeka Nwankwo" userId="78607a589bfa46ec" providerId="LiveId" clId="{6041CD11-7100-4D23-B5BA-5EBEF4C1DFFE}" dt="2026-06-09T01:51:05.214" v="2195" actId="313"/>
          <ac:spMkLst>
            <pc:docMk/>
            <pc:sldMk cId="4254472937" sldId="262"/>
            <ac:spMk id="4" creationId="{A02D5C04-31FF-07F5-E5B1-6055260B6D07}"/>
          </ac:spMkLst>
        </pc:spChg>
        <pc:spChg chg="mod">
          <ac:chgData name="Chukwuemeka Nwankwo" userId="78607a589bfa46ec" providerId="LiveId" clId="{6041CD11-7100-4D23-B5BA-5EBEF4C1DFFE}" dt="2026-06-09T02:23:19.590" v="2254" actId="313"/>
          <ac:spMkLst>
            <pc:docMk/>
            <pc:sldMk cId="4254472937" sldId="262"/>
            <ac:spMk id="15" creationId="{ECA5CE27-7B2F-AD6E-083B-C527C60F1D27}"/>
          </ac:spMkLst>
        </pc:spChg>
        <pc:picChg chg="mod">
          <ac:chgData name="Chukwuemeka Nwankwo" userId="78607a589bfa46ec" providerId="LiveId" clId="{6041CD11-7100-4D23-B5BA-5EBEF4C1DFFE}" dt="2026-06-05T19:44:44.701" v="605" actId="14100"/>
          <ac:picMkLst>
            <pc:docMk/>
            <pc:sldMk cId="4254472937" sldId="262"/>
            <ac:picMk id="8" creationId="{5591FF7A-47DF-807F-6D02-40EAEEF0C631}"/>
          </ac:picMkLst>
        </pc:picChg>
        <pc:picChg chg="add mod">
          <ac:chgData name="Chukwuemeka Nwankwo" userId="78607a589bfa46ec" providerId="LiveId" clId="{6041CD11-7100-4D23-B5BA-5EBEF4C1DFFE}" dt="2026-06-05T20:04:25.563" v="611" actId="14100"/>
          <ac:picMkLst>
            <pc:docMk/>
            <pc:sldMk cId="4254472937" sldId="262"/>
            <ac:picMk id="9" creationId="{33E18E16-0C10-7888-D1B3-A2E35416DE98}"/>
          </ac:picMkLst>
        </pc:picChg>
      </pc:sldChg>
      <pc:sldChg chg="addSp delSp modSp add mod">
        <pc:chgData name="Chukwuemeka Nwankwo" userId="78607a589bfa46ec" providerId="LiveId" clId="{6041CD11-7100-4D23-B5BA-5EBEF4C1DFFE}" dt="2026-06-06T08:55:03.300" v="1454" actId="1035"/>
        <pc:sldMkLst>
          <pc:docMk/>
          <pc:sldMk cId="2273052006" sldId="263"/>
        </pc:sldMkLst>
        <pc:spChg chg="mod">
          <ac:chgData name="Chukwuemeka Nwankwo" userId="78607a589bfa46ec" providerId="LiveId" clId="{6041CD11-7100-4D23-B5BA-5EBEF4C1DFFE}" dt="2026-06-06T05:52:44.503" v="919" actId="14100"/>
          <ac:spMkLst>
            <pc:docMk/>
            <pc:sldMk cId="2273052006" sldId="263"/>
            <ac:spMk id="2" creationId="{EFD4B500-9B6E-6636-9BD2-B3CA54D5EAB2}"/>
          </ac:spMkLst>
        </pc:spChg>
        <pc:spChg chg="mod">
          <ac:chgData name="Chukwuemeka Nwankwo" userId="78607a589bfa46ec" providerId="LiveId" clId="{6041CD11-7100-4D23-B5BA-5EBEF4C1DFFE}" dt="2026-06-06T06:04:52.758" v="979" actId="27636"/>
          <ac:spMkLst>
            <pc:docMk/>
            <pc:sldMk cId="2273052006" sldId="263"/>
            <ac:spMk id="4" creationId="{FAABCF22-4E9B-E6CA-7F75-BB6777351A41}"/>
          </ac:spMkLst>
        </pc:spChg>
        <pc:spChg chg="mod">
          <ac:chgData name="Chukwuemeka Nwankwo" userId="78607a589bfa46ec" providerId="LiveId" clId="{6041CD11-7100-4D23-B5BA-5EBEF4C1DFFE}" dt="2026-06-06T05:58:31.211" v="959" actId="108"/>
          <ac:spMkLst>
            <pc:docMk/>
            <pc:sldMk cId="2273052006" sldId="263"/>
            <ac:spMk id="15" creationId="{26670EFD-437F-1266-4737-7FC94B688991}"/>
          </ac:spMkLst>
        </pc:spChg>
        <pc:picChg chg="add mod">
          <ac:chgData name="Chukwuemeka Nwankwo" userId="78607a589bfa46ec" providerId="LiveId" clId="{6041CD11-7100-4D23-B5BA-5EBEF4C1DFFE}" dt="2026-06-06T08:55:03.300" v="1454" actId="1035"/>
          <ac:picMkLst>
            <pc:docMk/>
            <pc:sldMk cId="2273052006" sldId="263"/>
            <ac:picMk id="5" creationId="{9BD935E4-6A6E-8848-7538-DFDB1AF62052}"/>
          </ac:picMkLst>
        </pc:picChg>
        <pc:picChg chg="mod">
          <ac:chgData name="Chukwuemeka Nwankwo" userId="78607a589bfa46ec" providerId="LiveId" clId="{6041CD11-7100-4D23-B5BA-5EBEF4C1DFFE}" dt="2026-06-06T05:58:46.401" v="963" actId="1035"/>
          <ac:picMkLst>
            <pc:docMk/>
            <pc:sldMk cId="2273052006" sldId="263"/>
            <ac:picMk id="8" creationId="{5BA30E58-CDE3-3F95-7524-7A12041C50AB}"/>
          </ac:picMkLst>
        </pc:picChg>
      </pc:sldChg>
      <pc:sldChg chg="addSp delSp modSp add mod">
        <pc:chgData name="Chukwuemeka Nwankwo" userId="78607a589bfa46ec" providerId="LiveId" clId="{6041CD11-7100-4D23-B5BA-5EBEF4C1DFFE}" dt="2026-06-08T01:14:09.023" v="2088" actId="20577"/>
        <pc:sldMkLst>
          <pc:docMk/>
          <pc:sldMk cId="87812339" sldId="264"/>
        </pc:sldMkLst>
        <pc:spChg chg="mod">
          <ac:chgData name="Chukwuemeka Nwankwo" userId="78607a589bfa46ec" providerId="LiveId" clId="{6041CD11-7100-4D23-B5BA-5EBEF4C1DFFE}" dt="2026-06-06T06:06:42.831" v="992" actId="14100"/>
          <ac:spMkLst>
            <pc:docMk/>
            <pc:sldMk cId="87812339" sldId="264"/>
            <ac:spMk id="2" creationId="{613C6B01-2ECD-D805-A207-3583D2AC822D}"/>
          </ac:spMkLst>
        </pc:spChg>
        <pc:spChg chg="add mod">
          <ac:chgData name="Chukwuemeka Nwankwo" userId="78607a589bfa46ec" providerId="LiveId" clId="{6041CD11-7100-4D23-B5BA-5EBEF4C1DFFE}" dt="2026-06-08T01:12:32.662" v="2026" actId="20577"/>
          <ac:spMkLst>
            <pc:docMk/>
            <pc:sldMk cId="87812339" sldId="264"/>
            <ac:spMk id="6" creationId="{095A6B6A-76BC-5C6F-9047-A433D804E10A}"/>
          </ac:spMkLst>
        </pc:spChg>
        <pc:spChg chg="add mod">
          <ac:chgData name="Chukwuemeka Nwankwo" userId="78607a589bfa46ec" providerId="LiveId" clId="{6041CD11-7100-4D23-B5BA-5EBEF4C1DFFE}" dt="2026-06-08T01:14:09.023" v="2088" actId="20577"/>
          <ac:spMkLst>
            <pc:docMk/>
            <pc:sldMk cId="87812339" sldId="264"/>
            <ac:spMk id="7" creationId="{5FE931C8-03C3-7A24-9865-AFC02DA33106}"/>
          </ac:spMkLst>
        </pc:spChg>
        <pc:picChg chg="add del mod">
          <ac:chgData name="Chukwuemeka Nwankwo" userId="78607a589bfa46ec" providerId="LiveId" clId="{6041CD11-7100-4D23-B5BA-5EBEF4C1DFFE}" dt="2026-06-08T01:13:00.697" v="2028" actId="478"/>
          <ac:picMkLst>
            <pc:docMk/>
            <pc:sldMk cId="87812339" sldId="264"/>
            <ac:picMk id="8" creationId="{A65CA571-6D8A-3778-0C0B-63EEA3274A2B}"/>
          </ac:picMkLst>
        </pc:picChg>
      </pc:sldChg>
      <pc:sldChg chg="addSp delSp modSp add mod">
        <pc:chgData name="Chukwuemeka Nwankwo" userId="78607a589bfa46ec" providerId="LiveId" clId="{6041CD11-7100-4D23-B5BA-5EBEF4C1DFFE}" dt="2026-06-09T02:07:23.201" v="2237" actId="22"/>
        <pc:sldMkLst>
          <pc:docMk/>
          <pc:sldMk cId="3613467905" sldId="265"/>
        </pc:sldMkLst>
        <pc:spChg chg="del mod">
          <ac:chgData name="Chukwuemeka Nwankwo" userId="78607a589bfa46ec" providerId="LiveId" clId="{6041CD11-7100-4D23-B5BA-5EBEF4C1DFFE}" dt="2026-06-09T01:54:33.764" v="2226" actId="478"/>
          <ac:spMkLst>
            <pc:docMk/>
            <pc:sldMk cId="3613467905" sldId="265"/>
            <ac:spMk id="2" creationId="{3FDDD12F-99BF-9CA2-9BD2-0FDC73A10602}"/>
          </ac:spMkLst>
        </pc:spChg>
        <pc:spChg chg="add del mod">
          <ac:chgData name="Chukwuemeka Nwankwo" userId="78607a589bfa46ec" providerId="LiveId" clId="{6041CD11-7100-4D23-B5BA-5EBEF4C1DFFE}" dt="2026-06-09T01:54:37.527" v="2227" actId="478"/>
          <ac:spMkLst>
            <pc:docMk/>
            <pc:sldMk cId="3613467905" sldId="265"/>
            <ac:spMk id="6" creationId="{1DA2C13D-3646-EC60-9CDD-3A4C95356366}"/>
          </ac:spMkLst>
        </pc:spChg>
        <pc:spChg chg="del mod">
          <ac:chgData name="Chukwuemeka Nwankwo" userId="78607a589bfa46ec" providerId="LiveId" clId="{6041CD11-7100-4D23-B5BA-5EBEF4C1DFFE}" dt="2026-06-09T01:52:11.134" v="2221" actId="478"/>
          <ac:spMkLst>
            <pc:docMk/>
            <pc:sldMk cId="3613467905" sldId="265"/>
            <ac:spMk id="7" creationId="{7DE8C0AA-362E-D6D2-9973-80DC1BB6299B}"/>
          </ac:spMkLst>
        </pc:spChg>
        <pc:spChg chg="add del">
          <ac:chgData name="Chukwuemeka Nwankwo" userId="78607a589bfa46ec" providerId="LiveId" clId="{6041CD11-7100-4D23-B5BA-5EBEF4C1DFFE}" dt="2026-06-09T01:54:48.320" v="2229" actId="26606"/>
          <ac:spMkLst>
            <pc:docMk/>
            <pc:sldMk cId="3613467905" sldId="265"/>
            <ac:spMk id="11" creationId="{149F9F0F-FB8C-5565-247C-BDCC156B5CAF}"/>
          </ac:spMkLst>
        </pc:spChg>
        <pc:spChg chg="add del">
          <ac:chgData name="Chukwuemeka Nwankwo" userId="78607a589bfa46ec" providerId="LiveId" clId="{6041CD11-7100-4D23-B5BA-5EBEF4C1DFFE}" dt="2026-06-09T01:54:48.320" v="2229" actId="26606"/>
          <ac:spMkLst>
            <pc:docMk/>
            <pc:sldMk cId="3613467905" sldId="265"/>
            <ac:spMk id="13" creationId="{ABA4FDDF-F59C-428B-8603-3A86D75931AB}"/>
          </ac:spMkLst>
        </pc:spChg>
        <pc:spChg chg="add del">
          <ac:chgData name="Chukwuemeka Nwankwo" userId="78607a589bfa46ec" providerId="LiveId" clId="{6041CD11-7100-4D23-B5BA-5EBEF4C1DFFE}" dt="2026-06-09T01:55:01.637" v="2231" actId="26606"/>
          <ac:spMkLst>
            <pc:docMk/>
            <pc:sldMk cId="3613467905" sldId="265"/>
            <ac:spMk id="18" creationId="{149F9F0F-FB8C-5565-247C-BDCC156B5CAF}"/>
          </ac:spMkLst>
        </pc:spChg>
        <pc:spChg chg="add del">
          <ac:chgData name="Chukwuemeka Nwankwo" userId="78607a589bfa46ec" providerId="LiveId" clId="{6041CD11-7100-4D23-B5BA-5EBEF4C1DFFE}" dt="2026-06-09T01:55:01.637" v="2231" actId="26606"/>
          <ac:spMkLst>
            <pc:docMk/>
            <pc:sldMk cId="3613467905" sldId="265"/>
            <ac:spMk id="19" creationId="{ABA4FDDF-F59C-428B-8603-3A86D75931AB}"/>
          </ac:spMkLst>
        </pc:spChg>
        <pc:picChg chg="add del mod">
          <ac:chgData name="Chukwuemeka Nwankwo" userId="78607a589bfa46ec" providerId="LiveId" clId="{6041CD11-7100-4D23-B5BA-5EBEF4C1DFFE}" dt="2026-06-09T01:56:15.087" v="2234" actId="478"/>
          <ac:picMkLst>
            <pc:docMk/>
            <pc:sldMk cId="3613467905" sldId="265"/>
            <ac:picMk id="4" creationId="{B43B9867-9416-2AA8-CFB8-BFD6BAE88699}"/>
          </ac:picMkLst>
        </pc:picChg>
        <pc:picChg chg="del mod">
          <ac:chgData name="Chukwuemeka Nwankwo" userId="78607a589bfa46ec" providerId="LiveId" clId="{6041CD11-7100-4D23-B5BA-5EBEF4C1DFFE}" dt="2026-06-09T01:54:15.088" v="2223" actId="478"/>
          <ac:picMkLst>
            <pc:docMk/>
            <pc:sldMk cId="3613467905" sldId="265"/>
            <ac:picMk id="8" creationId="{58A7D45E-804B-FDE6-13A4-BDF4559A2512}"/>
          </ac:picMkLst>
        </pc:picChg>
        <pc:picChg chg="add del">
          <ac:chgData name="Chukwuemeka Nwankwo" userId="78607a589bfa46ec" providerId="LiveId" clId="{6041CD11-7100-4D23-B5BA-5EBEF4C1DFFE}" dt="2026-06-09T02:07:21.356" v="2236" actId="478"/>
          <ac:picMkLst>
            <pc:docMk/>
            <pc:sldMk cId="3613467905" sldId="265"/>
            <ac:picMk id="12" creationId="{70A9EEE5-C947-C0D1-5CF2-1020EC56D08C}"/>
          </ac:picMkLst>
        </pc:picChg>
        <pc:picChg chg="add">
          <ac:chgData name="Chukwuemeka Nwankwo" userId="78607a589bfa46ec" providerId="LiveId" clId="{6041CD11-7100-4D23-B5BA-5EBEF4C1DFFE}" dt="2026-06-09T02:07:23.201" v="2237" actId="22"/>
          <ac:picMkLst>
            <pc:docMk/>
            <pc:sldMk cId="3613467905" sldId="265"/>
            <ac:picMk id="16" creationId="{B92B9964-202F-B160-369E-A2C01476594E}"/>
          </ac:picMkLst>
        </pc:picChg>
        <pc:cxnChg chg="add del">
          <ac:chgData name="Chukwuemeka Nwankwo" userId="78607a589bfa46ec" providerId="LiveId" clId="{6041CD11-7100-4D23-B5BA-5EBEF4C1DFFE}" dt="2026-06-09T01:54:48.320" v="2229" actId="26606"/>
          <ac:cxnSpMkLst>
            <pc:docMk/>
            <pc:sldMk cId="3613467905" sldId="265"/>
            <ac:cxnSpMk id="9" creationId="{118E06E4-607B-144B-382B-AD3D06B1EE8C}"/>
          </ac:cxnSpMkLst>
        </pc:cxnChg>
        <pc:cxnChg chg="add del">
          <ac:chgData name="Chukwuemeka Nwankwo" userId="78607a589bfa46ec" providerId="LiveId" clId="{6041CD11-7100-4D23-B5BA-5EBEF4C1DFFE}" dt="2026-06-09T01:54:48.320" v="2229" actId="26606"/>
          <ac:cxnSpMkLst>
            <pc:docMk/>
            <pc:sldMk cId="3613467905" sldId="265"/>
            <ac:cxnSpMk id="15" creationId="{19F39946-6C27-40AB-A613-7930E921976F}"/>
          </ac:cxnSpMkLst>
        </pc:cxnChg>
        <pc:cxnChg chg="add del">
          <ac:chgData name="Chukwuemeka Nwankwo" userId="78607a589bfa46ec" providerId="LiveId" clId="{6041CD11-7100-4D23-B5BA-5EBEF4C1DFFE}" dt="2026-06-09T01:55:01.637" v="2231" actId="26606"/>
          <ac:cxnSpMkLst>
            <pc:docMk/>
            <pc:sldMk cId="3613467905" sldId="265"/>
            <ac:cxnSpMk id="17" creationId="{118E06E4-607B-144B-382B-AD3D06B1EE8C}"/>
          </ac:cxnSpMkLst>
        </pc:cxnChg>
      </pc:sldChg>
      <pc:sldChg chg="addSp delSp add mod">
        <pc:chgData name="Chukwuemeka Nwankwo" userId="78607a589bfa46ec" providerId="LiveId" clId="{6041CD11-7100-4D23-B5BA-5EBEF4C1DFFE}" dt="2026-06-09T02:08:12.220" v="2240" actId="22"/>
        <pc:sldMkLst>
          <pc:docMk/>
          <pc:sldMk cId="513330574" sldId="266"/>
        </pc:sldMkLst>
        <pc:picChg chg="add">
          <ac:chgData name="Chukwuemeka Nwankwo" userId="78607a589bfa46ec" providerId="LiveId" clId="{6041CD11-7100-4D23-B5BA-5EBEF4C1DFFE}" dt="2026-06-09T02:08:12.220" v="2240" actId="22"/>
          <ac:picMkLst>
            <pc:docMk/>
            <pc:sldMk cId="513330574" sldId="266"/>
            <ac:picMk id="3" creationId="{57AC0CB1-B172-FC2F-B5FE-D96DB4A188CB}"/>
          </ac:picMkLst>
        </pc:picChg>
        <pc:picChg chg="del">
          <ac:chgData name="Chukwuemeka Nwankwo" userId="78607a589bfa46ec" providerId="LiveId" clId="{6041CD11-7100-4D23-B5BA-5EBEF4C1DFFE}" dt="2026-06-09T02:08:10.912" v="2239" actId="478"/>
          <ac:picMkLst>
            <pc:docMk/>
            <pc:sldMk cId="513330574" sldId="266"/>
            <ac:picMk id="16" creationId="{135F9C17-7454-4AC0-C9B6-8075CDE96081}"/>
          </ac:picMkLst>
        </pc:picChg>
      </pc:sldChg>
      <pc:sldChg chg="addSp delSp add mod">
        <pc:chgData name="Chukwuemeka Nwankwo" userId="78607a589bfa46ec" providerId="LiveId" clId="{6041CD11-7100-4D23-B5BA-5EBEF4C1DFFE}" dt="2026-06-09T02:08:54.578" v="2243" actId="22"/>
        <pc:sldMkLst>
          <pc:docMk/>
          <pc:sldMk cId="8724074" sldId="267"/>
        </pc:sldMkLst>
        <pc:picChg chg="del">
          <ac:chgData name="Chukwuemeka Nwankwo" userId="78607a589bfa46ec" providerId="LiveId" clId="{6041CD11-7100-4D23-B5BA-5EBEF4C1DFFE}" dt="2026-06-09T02:08:25.039" v="2242" actId="478"/>
          <ac:picMkLst>
            <pc:docMk/>
            <pc:sldMk cId="8724074" sldId="267"/>
            <ac:picMk id="3" creationId="{29612F17-1C9F-9883-9602-27DACAFDDE5A}"/>
          </ac:picMkLst>
        </pc:picChg>
        <pc:picChg chg="add">
          <ac:chgData name="Chukwuemeka Nwankwo" userId="78607a589bfa46ec" providerId="LiveId" clId="{6041CD11-7100-4D23-B5BA-5EBEF4C1DFFE}" dt="2026-06-09T02:08:54.578" v="2243" actId="22"/>
          <ac:picMkLst>
            <pc:docMk/>
            <pc:sldMk cId="8724074" sldId="267"/>
            <ac:picMk id="4" creationId="{B406A21B-F880-E166-5A2E-F8850D0F1E4D}"/>
          </ac:picMkLst>
        </pc:picChg>
      </pc:sldChg>
      <pc:sldChg chg="addSp delSp add mod">
        <pc:chgData name="Chukwuemeka Nwankwo" userId="78607a589bfa46ec" providerId="LiveId" clId="{6041CD11-7100-4D23-B5BA-5EBEF4C1DFFE}" dt="2026-06-09T02:12:19.478" v="2246" actId="22"/>
        <pc:sldMkLst>
          <pc:docMk/>
          <pc:sldMk cId="460564301" sldId="268"/>
        </pc:sldMkLst>
        <pc:picChg chg="add">
          <ac:chgData name="Chukwuemeka Nwankwo" userId="78607a589bfa46ec" providerId="LiveId" clId="{6041CD11-7100-4D23-B5BA-5EBEF4C1DFFE}" dt="2026-06-09T02:12:19.478" v="2246" actId="22"/>
          <ac:picMkLst>
            <pc:docMk/>
            <pc:sldMk cId="460564301" sldId="268"/>
            <ac:picMk id="3" creationId="{113C4151-8446-A05E-1B71-26BB88D8D4F8}"/>
          </ac:picMkLst>
        </pc:picChg>
        <pc:picChg chg="del">
          <ac:chgData name="Chukwuemeka Nwankwo" userId="78607a589bfa46ec" providerId="LiveId" clId="{6041CD11-7100-4D23-B5BA-5EBEF4C1DFFE}" dt="2026-06-09T02:11:01.707" v="2245" actId="478"/>
          <ac:picMkLst>
            <pc:docMk/>
            <pc:sldMk cId="460564301" sldId="268"/>
            <ac:picMk id="4" creationId="{A87B6B8E-5D7E-63A1-3B4F-9E2E34A271DD}"/>
          </ac:picMkLst>
        </pc:picChg>
      </pc:sldChg>
      <pc:sldChg chg="addSp delSp add mod">
        <pc:chgData name="Chukwuemeka Nwankwo" userId="78607a589bfa46ec" providerId="LiveId" clId="{6041CD11-7100-4D23-B5BA-5EBEF4C1DFFE}" dt="2026-06-09T02:19:52.142" v="2251" actId="22"/>
        <pc:sldMkLst>
          <pc:docMk/>
          <pc:sldMk cId="2759672909" sldId="269"/>
        </pc:sldMkLst>
        <pc:picChg chg="del">
          <ac:chgData name="Chukwuemeka Nwankwo" userId="78607a589bfa46ec" providerId="LiveId" clId="{6041CD11-7100-4D23-B5BA-5EBEF4C1DFFE}" dt="2026-06-09T02:12:45.719" v="2248" actId="478"/>
          <ac:picMkLst>
            <pc:docMk/>
            <pc:sldMk cId="2759672909" sldId="269"/>
            <ac:picMk id="3" creationId="{5DD38A4F-2445-7E24-3837-63D5DD29E3F6}"/>
          </ac:picMkLst>
        </pc:picChg>
        <pc:picChg chg="add del">
          <ac:chgData name="Chukwuemeka Nwankwo" userId="78607a589bfa46ec" providerId="LiveId" clId="{6041CD11-7100-4D23-B5BA-5EBEF4C1DFFE}" dt="2026-06-09T02:19:22.495" v="2250" actId="478"/>
          <ac:picMkLst>
            <pc:docMk/>
            <pc:sldMk cId="2759672909" sldId="269"/>
            <ac:picMk id="4" creationId="{F73619CD-3E64-C579-374B-2F72C9C833A9}"/>
          </ac:picMkLst>
        </pc:picChg>
        <pc:picChg chg="add">
          <ac:chgData name="Chukwuemeka Nwankwo" userId="78607a589bfa46ec" providerId="LiveId" clId="{6041CD11-7100-4D23-B5BA-5EBEF4C1DFFE}" dt="2026-06-09T02:19:52.142" v="2251" actId="22"/>
          <ac:picMkLst>
            <pc:docMk/>
            <pc:sldMk cId="2759672909" sldId="269"/>
            <ac:picMk id="6" creationId="{223774BC-C312-DD30-EACB-D1AE652073FD}"/>
          </ac:picMkLst>
        </pc:picChg>
      </pc:sldChg>
      <pc:sldChg chg="addSp delSp modSp new mod setBg">
        <pc:chgData name="Chukwuemeka Nwankwo" userId="78607a589bfa46ec" providerId="LiveId" clId="{6041CD11-7100-4D23-B5BA-5EBEF4C1DFFE}" dt="2026-06-09T02:51:52.639" v="2418" actId="20577"/>
        <pc:sldMkLst>
          <pc:docMk/>
          <pc:sldMk cId="2071158371" sldId="270"/>
        </pc:sldMkLst>
        <pc:spChg chg="mod">
          <ac:chgData name="Chukwuemeka Nwankwo" userId="78607a589bfa46ec" providerId="LiveId" clId="{6041CD11-7100-4D23-B5BA-5EBEF4C1DFFE}" dt="2026-06-09T02:46:51.074" v="2372" actId="26606"/>
          <ac:spMkLst>
            <pc:docMk/>
            <pc:sldMk cId="2071158371" sldId="270"/>
            <ac:spMk id="2" creationId="{AB32748D-F32E-5104-17E5-BC1A200F39F8}"/>
          </ac:spMkLst>
        </pc:spChg>
        <pc:spChg chg="mod">
          <ac:chgData name="Chukwuemeka Nwankwo" userId="78607a589bfa46ec" providerId="LiveId" clId="{6041CD11-7100-4D23-B5BA-5EBEF4C1DFFE}" dt="2026-06-09T02:51:52.639" v="2418" actId="20577"/>
          <ac:spMkLst>
            <pc:docMk/>
            <pc:sldMk cId="2071158371" sldId="270"/>
            <ac:spMk id="3" creationId="{13722188-740A-0834-0634-8AF35BD1E3C4}"/>
          </ac:spMkLst>
        </pc:spChg>
        <pc:spChg chg="add del">
          <ac:chgData name="Chukwuemeka Nwankwo" userId="78607a589bfa46ec" providerId="LiveId" clId="{6041CD11-7100-4D23-B5BA-5EBEF4C1DFFE}" dt="2026-06-09T02:46:51.074" v="2372" actId="26606"/>
          <ac:spMkLst>
            <pc:docMk/>
            <pc:sldMk cId="2071158371" sldId="270"/>
            <ac:spMk id="8" creationId="{063F27BC-7079-4FF7-8F7C-ABC82FA3C247}"/>
          </ac:spMkLst>
        </pc:spChg>
        <pc:spChg chg="add">
          <ac:chgData name="Chukwuemeka Nwankwo" userId="78607a589bfa46ec" providerId="LiveId" clId="{6041CD11-7100-4D23-B5BA-5EBEF4C1DFFE}" dt="2026-06-09T02:46:51.074" v="2372" actId="26606"/>
          <ac:spMkLst>
            <pc:docMk/>
            <pc:sldMk cId="2071158371" sldId="270"/>
            <ac:spMk id="17" creationId="{744CAA32-F237-419C-A2DD-43C28D920D3C}"/>
          </ac:spMkLst>
        </pc:spChg>
        <pc:picChg chg="add">
          <ac:chgData name="Chukwuemeka Nwankwo" userId="78607a589bfa46ec" providerId="LiveId" clId="{6041CD11-7100-4D23-B5BA-5EBEF4C1DFFE}" dt="2026-06-09T02:46:51.074" v="2372" actId="26606"/>
          <ac:picMkLst>
            <pc:docMk/>
            <pc:sldMk cId="2071158371" sldId="270"/>
            <ac:picMk id="14" creationId="{364EADD8-C268-41EB-A875-2063479B7C41}"/>
          </ac:picMkLst>
        </pc:picChg>
        <pc:cxnChg chg="add del">
          <ac:chgData name="Chukwuemeka Nwankwo" userId="78607a589bfa46ec" providerId="LiveId" clId="{6041CD11-7100-4D23-B5BA-5EBEF4C1DFFE}" dt="2026-06-09T02:46:51.074" v="2372" actId="26606"/>
          <ac:cxnSpMkLst>
            <pc:docMk/>
            <pc:sldMk cId="2071158371" sldId="270"/>
            <ac:cxnSpMk id="10" creationId="{40BBF191-9CC8-4313-B1CA-8DF1A53AE4F9}"/>
          </ac:cxnSpMkLst>
        </pc:cxnChg>
        <pc:cxnChg chg="add">
          <ac:chgData name="Chukwuemeka Nwankwo" userId="78607a589bfa46ec" providerId="LiveId" clId="{6041CD11-7100-4D23-B5BA-5EBEF4C1DFFE}" dt="2026-06-09T02:46:51.074" v="2372" actId="26606"/>
          <ac:cxnSpMkLst>
            <pc:docMk/>
            <pc:sldMk cId="2071158371" sldId="270"/>
            <ac:cxnSpMk id="19" creationId="{753FE100-D0AB-4AE2-824B-60CFA31EC6A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D3D9F-38BE-422A-9C40-6EC0F12850A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E2318-AD58-4A98-9C1E-25D10AFF1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54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19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92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5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25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D9CA-B03F-DD01-0404-1A19C7CAF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16503-E47A-A9CB-73A6-147191A89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6EC2C-4875-D55E-1B13-BF9EB4181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C0D9C-F5DE-464B-663C-BB0745A36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00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A292-EDA5-DDAD-F687-7E0503D6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1880C-CF36-0E40-BCD5-C37C378D4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51E33-AD2F-0649-E1E7-DE492B31E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10147-243F-54A3-698E-0FB384E88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59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E9245-0766-4447-704E-F5A6744E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65331-6BB8-D3E4-ABB3-323EC1604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19115-FC13-4A5C-B5F8-6485F923C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16096-95E1-8415-942A-3A061ED05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57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F2DE-0EDD-BAE5-A5D4-74985239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2A97D-E2C2-0A68-8802-A6A3EAC75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5F194-FC40-421C-5D1E-9B8698326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A790B-3C8F-9E07-FD4C-D82B6C8DD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55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57702-0CC9-2606-CBE5-51388EDF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C29CB-B0FC-35BF-A4A0-87176AE6C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88519-A438-4B48-B759-F40BFA49E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D9571-F366-E90D-80B2-2615AE1FB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92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A554-FF58-0228-4774-1EC97782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7E8F9-CD03-37D4-CBF5-180C572A9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FAF77-8009-78B4-69E3-ED7B70C28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7C06F-A1A7-323A-B584-5A7EE8EE7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77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F0D71-F40D-B3A9-6773-2686965E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A9072-D6B8-D224-E7A5-977CA6373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CB441-345A-9786-BC93-3F9E2A76F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BB18C-558B-6219-27A1-4FB2C954E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E2318-AD58-4A98-9C1E-25D10AFF1F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31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3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30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1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6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2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8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3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2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16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76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18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88133-EB41-4E5C-FB0A-49ED7FFD1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/>
              <a:t>Building a Customer Service Ticket &amp; SLA Optimization System for Northbridge Health Services Ltd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BCF18-2ABD-2779-3BD0-75178CD2F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GB"/>
              <a:t>Group 2 (BLUE TEAM)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601E6-2290-1D8F-86DD-068F560342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90" r="-1" b="4970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70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32748D-F32E-5104-17E5-BC1A200F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GB"/>
              <a:t>Sub topics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22188-740A-0834-0634-8AF35BD1E3C4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Ticket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Operational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SLA 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Escalation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Workforce Capacity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Future Forecasting</a:t>
            </a:r>
          </a:p>
        </p:txBody>
      </p:sp>
      <p:pic>
        <p:nvPicPr>
          <p:cNvPr id="14" name="Graphic 13" descr="Laptop Secure">
            <a:extLst>
              <a:ext uri="{FF2B5EF4-FFF2-40B4-BE49-F238E27FC236}">
                <a16:creationId xmlns:a16="http://schemas.microsoft.com/office/drawing/2014/main" id="{364EADD8-C268-41EB-A875-2063479B7C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58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autiful black powerpoint background collection for stunning presentation">
            <a:extLst>
              <a:ext uri="{FF2B5EF4-FFF2-40B4-BE49-F238E27FC236}">
                <a16:creationId xmlns:a16="http://schemas.microsoft.com/office/drawing/2014/main" id="{736270E4-962F-ABB6-1021-236B63019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712AD6-499F-BFDF-68A7-74030A1F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7" y="3909927"/>
            <a:ext cx="5658077" cy="109728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EXECUTIVE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46248-8F28-EEE0-F15D-DE6E19B60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0699" y="323084"/>
            <a:ext cx="5212080" cy="580208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400">
                <a:highlight>
                  <a:srgbClr val="FFFF00"/>
                </a:highlight>
              </a:rPr>
              <a:t>INSIGHT</a:t>
            </a:r>
          </a:p>
          <a:p>
            <a:r>
              <a:rPr lang="en-US" sz="3600">
                <a:solidFill>
                  <a:schemeClr val="bg1"/>
                </a:solidFill>
              </a:rPr>
              <a:t>Northbridge processed 1,511 customer support tickets in 2024.</a:t>
            </a:r>
          </a:p>
          <a:p>
            <a:r>
              <a:rPr lang="en-US" sz="3600">
                <a:solidFill>
                  <a:schemeClr val="bg1"/>
                </a:solidFill>
              </a:rPr>
              <a:t>Average First Response Time stands at 5.14 hours.</a:t>
            </a:r>
          </a:p>
          <a:p>
            <a:r>
              <a:rPr lang="en-US" sz="3600">
                <a:solidFill>
                  <a:schemeClr val="bg1"/>
                </a:solidFill>
              </a:rPr>
              <a:t> Average Resolution Time stands at 40.43 hours.</a:t>
            </a:r>
          </a:p>
          <a:p>
            <a:r>
              <a:rPr lang="en-US" sz="3600">
                <a:solidFill>
                  <a:schemeClr val="bg1"/>
                </a:solidFill>
              </a:rPr>
              <a:t> SLA Compliance achieved 79.3%, below the desired service target of 90%.</a:t>
            </a:r>
          </a:p>
          <a:p>
            <a:r>
              <a:rPr lang="en-US" sz="3600">
                <a:solidFill>
                  <a:schemeClr val="bg1"/>
                </a:solidFill>
              </a:rPr>
              <a:t> Escalation Rate remains at 12.6%.</a:t>
            </a:r>
          </a:p>
          <a:p>
            <a:r>
              <a:rPr lang="en-US" sz="3600">
                <a:solidFill>
                  <a:schemeClr val="bg1"/>
                </a:solidFill>
              </a:rPr>
              <a:t> Resolution Rate reached 96.5%, indicating that most tickets are ultimately resolve</a:t>
            </a:r>
            <a:r>
              <a:rPr lang="en-US" sz="3600"/>
              <a:t>d</a:t>
            </a:r>
          </a:p>
          <a:p>
            <a:pPr marL="0" indent="0">
              <a:buNone/>
            </a:pPr>
            <a:r>
              <a:rPr lang="en-US" sz="3600"/>
              <a:t>.</a:t>
            </a:r>
            <a:r>
              <a:rPr lang="en-US" sz="3400">
                <a:highlight>
                  <a:srgbClr val="FFFF00"/>
                </a:highlight>
              </a:rPr>
              <a:t>BUSINESS IMPACT</a:t>
            </a:r>
          </a:p>
          <a:p>
            <a:r>
              <a:rPr lang="en-US" sz="3600">
                <a:solidFill>
                  <a:schemeClr val="bg1"/>
                </a:solidFill>
              </a:rPr>
              <a:t>Most customer issues are successfully resolved.</a:t>
            </a:r>
          </a:p>
          <a:p>
            <a:r>
              <a:rPr lang="en-US" sz="3600">
                <a:solidFill>
                  <a:schemeClr val="bg1"/>
                </a:solidFill>
              </a:rPr>
              <a:t> Service performance challenges stem from timeliness rather than resolution capability.</a:t>
            </a:r>
          </a:p>
          <a:p>
            <a:r>
              <a:rPr lang="en-US" sz="3600">
                <a:solidFill>
                  <a:schemeClr val="bg1"/>
                </a:solidFill>
              </a:rPr>
              <a:t> SLA breaches and escalations indicate inefficiencies within operational processes.</a:t>
            </a:r>
          </a:p>
          <a:p>
            <a:r>
              <a:rPr lang="en-US" sz="3600">
                <a:solidFill>
                  <a:schemeClr val="bg1"/>
                </a:solidFill>
              </a:rPr>
              <a:t> Current backlog levels remain manageable</a:t>
            </a:r>
          </a:p>
          <a:p>
            <a:pPr marL="0" indent="0">
              <a:buNone/>
            </a:pPr>
            <a:r>
              <a:rPr lang="en-US" sz="3600"/>
              <a:t>.</a:t>
            </a:r>
            <a:r>
              <a:rPr lang="en-US" sz="3400">
                <a:highlight>
                  <a:srgbClr val="FFFF00"/>
                </a:highlight>
              </a:rPr>
              <a:t>RECOMMENDATIONS</a:t>
            </a:r>
          </a:p>
          <a:p>
            <a:r>
              <a:rPr lang="en-US" sz="3600">
                <a:solidFill>
                  <a:schemeClr val="bg1"/>
                </a:solidFill>
              </a:rPr>
              <a:t>Establish an SLA Compliance Improvement Programme.</a:t>
            </a:r>
          </a:p>
          <a:p>
            <a:r>
              <a:rPr lang="en-US" sz="3600">
                <a:solidFill>
                  <a:schemeClr val="bg1"/>
                </a:solidFill>
              </a:rPr>
              <a:t>Reduce response and resolution times through workflow optimization.</a:t>
            </a:r>
          </a:p>
          <a:p>
            <a:r>
              <a:rPr lang="en-US" sz="3600">
                <a:solidFill>
                  <a:schemeClr val="bg1"/>
                </a:solidFill>
              </a:rPr>
              <a:t>Target high-volume service categories for process redesign</a:t>
            </a:r>
            <a:endParaRPr lang="en-US" sz="34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34D65-4C86-0846-AB32-29F37752BD50}"/>
              </a:ext>
            </a:extLst>
          </p:cNvPr>
          <p:cNvSpPr txBox="1"/>
          <p:nvPr/>
        </p:nvSpPr>
        <p:spPr>
          <a:xfrm>
            <a:off x="805543" y="6125170"/>
            <a:ext cx="11288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00FFFF"/>
                </a:highlight>
              </a:rPr>
              <a:t>Northbridge resolves most customer issues successfully; however, improving SLA performance and reducing escalations remain the organization's primary operational priorities.</a:t>
            </a:r>
            <a:endParaRPr lang="en-US">
              <a:solidFill>
                <a:schemeClr val="tx2"/>
              </a:solidFill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9DD3BCA-018E-C67D-4F33-DFF61BE440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13" y="579502"/>
            <a:ext cx="5211762" cy="314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952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BDCCD-58A0-A3FF-36BE-5565816A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autiful black powerpoint background collection for stunning presentation">
            <a:extLst>
              <a:ext uri="{FF2B5EF4-FFF2-40B4-BE49-F238E27FC236}">
                <a16:creationId xmlns:a16="http://schemas.microsoft.com/office/drawing/2014/main" id="{E7DACAAF-7F42-E4CA-AEBB-AAFE38CED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4590C5-5B53-A200-DFC1-D94F007E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81" y="3867043"/>
            <a:ext cx="5053149" cy="1097280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UNDERSTANDING CUSTOMER DEMAND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16423-A7AD-1716-C1A1-A2BC0C292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6301" y="152400"/>
            <a:ext cx="5174585" cy="6282231"/>
          </a:xfrm>
        </p:spPr>
        <p:txBody>
          <a:bodyPr>
            <a:normAutofit/>
          </a:bodyPr>
          <a:lstStyle/>
          <a:p>
            <a:r>
              <a:rPr lang="en-US" sz="1600">
                <a:highlight>
                  <a:srgbClr val="FFFF00"/>
                </a:highlight>
              </a:rPr>
              <a:t>KEY INSIGHTS </a:t>
            </a:r>
          </a:p>
          <a:p>
            <a:r>
              <a:rPr lang="en-US" sz="1600">
                <a:solidFill>
                  <a:schemeClr val="bg1"/>
                </a:solidFill>
              </a:rPr>
              <a:t> Appointment Change generated 501 tickets and represents the largest demand driver</a:t>
            </a:r>
          </a:p>
          <a:p>
            <a:r>
              <a:rPr lang="en-US" sz="1600">
                <a:solidFill>
                  <a:schemeClr val="bg1"/>
                </a:solidFill>
              </a:rPr>
              <a:t>Billing Issues generated 392 tickets</a:t>
            </a:r>
          </a:p>
          <a:p>
            <a:r>
              <a:rPr lang="en-US" sz="1600">
                <a:solidFill>
                  <a:schemeClr val="bg1"/>
                </a:solidFill>
              </a:rPr>
              <a:t> Insurance Queries generated 317 tickets.</a:t>
            </a:r>
          </a:p>
          <a:p>
            <a:r>
              <a:rPr lang="en-US" sz="1600">
                <a:solidFill>
                  <a:schemeClr val="bg1"/>
                </a:solidFill>
              </a:rPr>
              <a:t>Email accounts for 35.8% of all customer interactions</a:t>
            </a:r>
          </a:p>
          <a:p>
            <a:r>
              <a:rPr lang="en-US" sz="1600">
                <a:highlight>
                  <a:srgbClr val="FFFF00"/>
                </a:highlight>
              </a:rPr>
              <a:t>BUSINESS IMPACT</a:t>
            </a:r>
          </a:p>
          <a:p>
            <a:r>
              <a:rPr lang="en-US" sz="1600">
                <a:solidFill>
                  <a:schemeClr val="bg1"/>
                </a:solidFill>
              </a:rPr>
              <a:t>High-volume transactional requests consume valuable support capacity.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>
                <a:solidFill>
                  <a:schemeClr val="bg1"/>
                </a:solidFill>
              </a:rPr>
              <a:t> Skilled support staff are spending time on repetitive administrative tasks.</a:t>
            </a:r>
          </a:p>
          <a:p>
            <a:r>
              <a:rPr lang="en-US" sz="1600">
                <a:highlight>
                  <a:srgbClr val="FFFF00"/>
                </a:highlight>
              </a:rPr>
              <a:t>RECOMMENDATIONS</a:t>
            </a:r>
          </a:p>
          <a:p>
            <a:r>
              <a:rPr lang="en-US" sz="1600">
                <a:solidFill>
                  <a:schemeClr val="bg1"/>
                </a:solidFill>
              </a:rPr>
              <a:t> Introduce self-service appointment scheduling.</a:t>
            </a:r>
          </a:p>
          <a:p>
            <a:r>
              <a:rPr lang="en-US" sz="1600">
                <a:solidFill>
                  <a:schemeClr val="bg1"/>
                </a:solidFill>
              </a:rPr>
              <a:t>Automate routine billing enquiries.</a:t>
            </a:r>
          </a:p>
          <a:p>
            <a:r>
              <a:rPr lang="en-US" sz="1600">
                <a:solidFill>
                  <a:schemeClr val="bg1"/>
                </a:solidFill>
              </a:rPr>
              <a:t>Expand digital self-service capabilities through the customer portal..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b="1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6659F-B110-3E71-C1C0-6347BE1A2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494" y="0"/>
            <a:ext cx="6936302" cy="3305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AAFCBA-0487-41E9-2682-4FFFF14BA6EE}"/>
              </a:ext>
            </a:extLst>
          </p:cNvPr>
          <p:cNvSpPr txBox="1"/>
          <p:nvPr/>
        </p:nvSpPr>
        <p:spPr>
          <a:xfrm>
            <a:off x="81114" y="6434631"/>
            <a:ext cx="1085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/>
                </a:solidFill>
                <a:highlight>
                  <a:srgbClr val="00FFFF"/>
                </a:highlight>
              </a:rPr>
              <a:t>The biggest opportunity is not handling tickets faster—it is preventing avoidable tickets from being created</a:t>
            </a:r>
          </a:p>
        </p:txBody>
      </p:sp>
    </p:spTree>
    <p:extLst>
      <p:ext uri="{BB962C8B-B14F-4D97-AF65-F5344CB8AC3E}">
        <p14:creationId xmlns:p14="http://schemas.microsoft.com/office/powerpoint/2010/main" val="33641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D64BC-3373-EC01-EF47-3EC4B69E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autiful black powerpoint background collection for stunning presentation">
            <a:extLst>
              <a:ext uri="{FF2B5EF4-FFF2-40B4-BE49-F238E27FC236}">
                <a16:creationId xmlns:a16="http://schemas.microsoft.com/office/drawing/2014/main" id="{F6EED254-10D3-6493-72EB-E29FF529E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26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BC9D62-FF2D-6D67-99D0-692D3473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81" y="3867043"/>
            <a:ext cx="5374862" cy="2207186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CUSTOMER &amp; REGIONAL DEMAND CONCENTRATION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C1417-D86F-0A6E-1E43-A421E1153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2848" y="152400"/>
            <a:ext cx="5174585" cy="5791200"/>
          </a:xfrm>
        </p:spPr>
        <p:txBody>
          <a:bodyPr>
            <a:normAutofit lnSpcReduction="10000"/>
          </a:bodyPr>
          <a:lstStyle/>
          <a:p>
            <a:r>
              <a:rPr lang="en-US" sz="1600">
                <a:highlight>
                  <a:srgbClr val="FFFF00"/>
                </a:highlight>
              </a:rPr>
              <a:t>KEY INSIGHTS </a:t>
            </a:r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Midlands generated the highest ticket volume with 386 tickets.</a:t>
            </a:r>
          </a:p>
          <a:p>
            <a:r>
              <a:rPr lang="en-US" sz="1600">
                <a:solidFill>
                  <a:schemeClr val="bg1"/>
                </a:solidFill>
              </a:rPr>
              <a:t> GP Practices generated 475 tickets and represent the largest customer segment.</a:t>
            </a:r>
          </a:p>
          <a:p>
            <a:r>
              <a:rPr lang="en-US" sz="1600">
                <a:solidFill>
                  <a:schemeClr val="bg1"/>
                </a:solidFill>
              </a:rPr>
              <a:t> Ticket demand is concentrated among specific customer groups and locations.</a:t>
            </a:r>
          </a:p>
          <a:p>
            <a:r>
              <a:rPr lang="en-US" sz="1600">
                <a:highlight>
                  <a:srgbClr val="FFFF00"/>
                </a:highlight>
              </a:rPr>
              <a:t>BUSINESS IMPACT</a:t>
            </a:r>
          </a:p>
          <a:p>
            <a:r>
              <a:rPr lang="en-US" sz="1600">
                <a:solidFill>
                  <a:schemeClr val="bg1"/>
                </a:solidFill>
              </a:rPr>
              <a:t>Uneven demand creates regional service pressure.</a:t>
            </a:r>
          </a:p>
          <a:p>
            <a:r>
              <a:rPr lang="en-US" sz="1600">
                <a:solidFill>
                  <a:schemeClr val="bg1"/>
                </a:solidFill>
              </a:rPr>
              <a:t>Resource allocation may not align with actual demand patterns.</a:t>
            </a:r>
          </a:p>
          <a:p>
            <a:r>
              <a:rPr lang="en-US" sz="1600">
                <a:highlight>
                  <a:srgbClr val="FFFF00"/>
                </a:highlight>
              </a:rPr>
              <a:t>RECOMMENDATIONS</a:t>
            </a:r>
          </a:p>
          <a:p>
            <a:r>
              <a:rPr lang="en-US" sz="1600">
                <a:solidFill>
                  <a:schemeClr val="bg1"/>
                </a:solidFill>
              </a:rPr>
              <a:t>Allocate resources based on regional demand trends.</a:t>
            </a:r>
          </a:p>
          <a:p>
            <a:r>
              <a:rPr lang="en-US" sz="1600">
                <a:solidFill>
                  <a:schemeClr val="bg1"/>
                </a:solidFill>
              </a:rPr>
              <a:t>Develop targeted service improvement initiatives for GP Practices.</a:t>
            </a:r>
          </a:p>
          <a:p>
            <a:r>
              <a:rPr lang="en-US" sz="1600">
                <a:solidFill>
                  <a:schemeClr val="bg1"/>
                </a:solidFill>
              </a:rPr>
              <a:t> Monitor regional workload distribution quarterly.</a:t>
            </a:r>
          </a:p>
          <a:p>
            <a:pPr marL="0" indent="0">
              <a:buNone/>
            </a:pPr>
            <a:endParaRPr lang="en-US" sz="14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b="1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B8C5AE-3CDF-8BEA-0D60-3C7E5C8DB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4" y="40252"/>
            <a:ext cx="6735997" cy="33151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2EAA22B-DEC3-3C42-8E84-FF937DEBE574}"/>
              </a:ext>
            </a:extLst>
          </p:cNvPr>
          <p:cNvSpPr txBox="1"/>
          <p:nvPr/>
        </p:nvSpPr>
        <p:spPr>
          <a:xfrm>
            <a:off x="1338942" y="6336268"/>
            <a:ext cx="951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/>
                </a:solidFill>
                <a:highlight>
                  <a:srgbClr val="00FFFF"/>
                </a:highlight>
              </a:rPr>
              <a:t>Customer demand is not evenly distributed, and support resources should not be either.</a:t>
            </a:r>
          </a:p>
        </p:txBody>
      </p:sp>
    </p:spTree>
    <p:extLst>
      <p:ext uri="{BB962C8B-B14F-4D97-AF65-F5344CB8AC3E}">
        <p14:creationId xmlns:p14="http://schemas.microsoft.com/office/powerpoint/2010/main" val="2392738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8F2AE-9AFE-637C-A96B-1D95DD1A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autiful black powerpoint background collection for stunning presentation">
            <a:extLst>
              <a:ext uri="{FF2B5EF4-FFF2-40B4-BE49-F238E27FC236}">
                <a16:creationId xmlns:a16="http://schemas.microsoft.com/office/drawing/2014/main" id="{2A6A327A-684F-3590-A488-502E99980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DB986-EBE9-3A30-1B9D-6AF696EF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81" y="3867043"/>
            <a:ext cx="5374862" cy="2207186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SLA RISK &amp; SERVICE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8B3AF-8851-6F23-0F08-9516091B3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1" y="152400"/>
            <a:ext cx="6133833" cy="6600818"/>
          </a:xfrm>
        </p:spPr>
        <p:txBody>
          <a:bodyPr>
            <a:noAutofit/>
          </a:bodyPr>
          <a:lstStyle/>
          <a:p>
            <a:r>
              <a:rPr lang="en-US" sz="1400">
                <a:highlight>
                  <a:srgbClr val="FFFF00"/>
                </a:highlight>
              </a:rPr>
              <a:t>KEY INSIGHTS 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</a:rPr>
              <a:t>SLA Compliance stands at </a:t>
            </a:r>
            <a:r>
              <a:rPr lang="en-US" sz="1400" b="1">
                <a:solidFill>
                  <a:schemeClr val="bg1"/>
                </a:solidFill>
              </a:rPr>
              <a:t>79.3%</a:t>
            </a:r>
            <a:r>
              <a:rPr lang="en-US" sz="1400">
                <a:solidFill>
                  <a:schemeClr val="bg1"/>
                </a:solidFill>
              </a:rPr>
              <a:t>, below the typical service target of 90%. </a:t>
            </a:r>
          </a:p>
          <a:p>
            <a:r>
              <a:rPr lang="en-US" sz="1400">
                <a:solidFill>
                  <a:schemeClr val="bg1"/>
                </a:solidFill>
              </a:rPr>
              <a:t>A total of </a:t>
            </a:r>
            <a:r>
              <a:rPr lang="en-US" sz="1400" b="1">
                <a:solidFill>
                  <a:schemeClr val="bg1"/>
                </a:solidFill>
              </a:rPr>
              <a:t>313 SLA breaches</a:t>
            </a:r>
            <a:r>
              <a:rPr lang="en-US" sz="1400">
                <a:solidFill>
                  <a:schemeClr val="bg1"/>
                </a:solidFill>
              </a:rPr>
              <a:t> were recorded during the reporting period. </a:t>
            </a:r>
          </a:p>
          <a:p>
            <a:r>
              <a:rPr lang="en-US" sz="1400">
                <a:solidFill>
                  <a:schemeClr val="bg1"/>
                </a:solidFill>
              </a:rPr>
              <a:t>Standard contract customers account for </a:t>
            </a:r>
            <a:r>
              <a:rPr lang="en-US" sz="1400" b="1">
                <a:solidFill>
                  <a:schemeClr val="bg1"/>
                </a:solidFill>
              </a:rPr>
              <a:t>46.7% of all SLA breaches</a:t>
            </a:r>
            <a:r>
              <a:rPr lang="en-US" sz="1400">
                <a:solidFill>
                  <a:schemeClr val="bg1"/>
                </a:solidFill>
              </a:rPr>
              <a:t>. </a:t>
            </a:r>
          </a:p>
          <a:p>
            <a:r>
              <a:rPr lang="en-US" sz="1400">
                <a:solidFill>
                  <a:schemeClr val="bg1"/>
                </a:solidFill>
              </a:rPr>
              <a:t>Appointment Change requests generated the highest number of breaches (</a:t>
            </a:r>
            <a:r>
              <a:rPr lang="en-US" sz="1400" b="1">
                <a:solidFill>
                  <a:schemeClr val="bg1"/>
                </a:solidFill>
              </a:rPr>
              <a:t>104 breaches</a:t>
            </a:r>
            <a:r>
              <a:rPr lang="en-US" sz="1400">
                <a:solidFill>
                  <a:schemeClr val="bg1"/>
                </a:solidFill>
              </a:rPr>
              <a:t>)..</a:t>
            </a:r>
          </a:p>
          <a:p>
            <a:r>
              <a:rPr lang="en-US" sz="1400">
                <a:highlight>
                  <a:srgbClr val="FFFF00"/>
                </a:highlight>
              </a:rPr>
              <a:t>BUSINESS IMPACT</a:t>
            </a:r>
          </a:p>
          <a:p>
            <a:r>
              <a:rPr lang="en-US" sz="1400">
                <a:solidFill>
                  <a:schemeClr val="bg1"/>
                </a:solidFill>
              </a:rPr>
              <a:t>SLA failures are concentrated within specific contract tiers and service categories.</a:t>
            </a:r>
          </a:p>
          <a:p>
            <a:r>
              <a:rPr lang="en-US" sz="1400">
                <a:solidFill>
                  <a:schemeClr val="bg1"/>
                </a:solidFill>
              </a:rPr>
              <a:t> Standard-tier customers represent the greatest operational risk exposure. </a:t>
            </a:r>
          </a:p>
          <a:p>
            <a:r>
              <a:rPr lang="en-US" sz="1400">
                <a:solidFill>
                  <a:schemeClr val="bg1"/>
                </a:solidFill>
              </a:rPr>
              <a:t>Repeated breaches increase the likelihood of customer dissatisfaction and reputational damage</a:t>
            </a:r>
          </a:p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</a:rPr>
              <a:t>. </a:t>
            </a:r>
            <a:r>
              <a:rPr lang="en-US" sz="1400">
                <a:highlight>
                  <a:srgbClr val="FFFF00"/>
                </a:highlight>
              </a:rPr>
              <a:t>RECOMMENDATIONS</a:t>
            </a:r>
          </a:p>
          <a:p>
            <a:r>
              <a:rPr lang="en-US" sz="1400">
                <a:solidFill>
                  <a:schemeClr val="bg1"/>
                </a:solidFill>
              </a:rPr>
              <a:t>Conduct a targeted review of Standard contract service processes</a:t>
            </a:r>
          </a:p>
          <a:p>
            <a:r>
              <a:rPr lang="en-US" sz="1400">
                <a:solidFill>
                  <a:schemeClr val="bg1"/>
                </a:solidFill>
              </a:rPr>
              <a:t>Prioritize Appointment Change workflows for process redesign and automation. </a:t>
            </a:r>
          </a:p>
          <a:p>
            <a:r>
              <a:rPr lang="en-US" sz="1400">
                <a:solidFill>
                  <a:schemeClr val="bg1"/>
                </a:solidFill>
              </a:rPr>
              <a:t>Introduce proactive SLA alerts for high-risk ticket categories.</a:t>
            </a:r>
          </a:p>
          <a:p>
            <a:pPr marL="0" indent="0">
              <a:buNone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9E144-9B9B-5B52-7B82-5F0A67D3B83B}"/>
              </a:ext>
            </a:extLst>
          </p:cNvPr>
          <p:cNvSpPr txBox="1"/>
          <p:nvPr/>
        </p:nvSpPr>
        <p:spPr>
          <a:xfrm>
            <a:off x="0" y="5552889"/>
            <a:ext cx="57144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/>
                </a:solidFill>
                <a:highlight>
                  <a:srgbClr val="00FFFF"/>
                </a:highlight>
              </a:rPr>
              <a:t>Most SLA failures originate from a small number of contract types and service categories. Addressing these areas will deliver the greatest improvement in service performance</a:t>
            </a:r>
            <a:r>
              <a:rPr lang="en-US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141C42-5B38-2459-6DA7-1A9FE665B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8" y="33026"/>
            <a:ext cx="5714468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97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B2588-E3C3-3475-5D07-41B42F5C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autiful black powerpoint background collection for stunning presentation">
            <a:extLst>
              <a:ext uri="{FF2B5EF4-FFF2-40B4-BE49-F238E27FC236}">
                <a16:creationId xmlns:a16="http://schemas.microsoft.com/office/drawing/2014/main" id="{E1F2C44F-667A-4B97-2462-317A623B4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11" y="4800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2D13EC-6ED8-48D1-0817-6CA8A057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81" y="3867043"/>
            <a:ext cx="5374862" cy="2207186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Escalation Risk &amp; Automation Opportunity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9A3DD-6D76-8444-D1E2-6A785DC05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79542" y="116532"/>
            <a:ext cx="5174585" cy="6624936"/>
          </a:xfrm>
        </p:spPr>
        <p:txBody>
          <a:bodyPr>
            <a:noAutofit/>
          </a:bodyPr>
          <a:lstStyle/>
          <a:p>
            <a:r>
              <a:rPr lang="en-US" sz="1400">
                <a:highlight>
                  <a:srgbClr val="FFFF00"/>
                </a:highlight>
              </a:rPr>
              <a:t>KEY INSIGHTS 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</a:rPr>
              <a:t>SLA Risk is responsible for </a:t>
            </a:r>
            <a:r>
              <a:rPr lang="en-US" sz="1400" b="1">
                <a:solidFill>
                  <a:schemeClr val="bg1"/>
                </a:solidFill>
              </a:rPr>
              <a:t>173 escalations</a:t>
            </a:r>
            <a:r>
              <a:rPr lang="en-US" sz="1400">
                <a:solidFill>
                  <a:schemeClr val="bg1"/>
                </a:solidFill>
              </a:rPr>
              <a:t>, significantly more than any other escalation reason. </a:t>
            </a:r>
          </a:p>
          <a:p>
            <a:r>
              <a:rPr lang="en-US" sz="1400">
                <a:solidFill>
                  <a:schemeClr val="bg1"/>
                </a:solidFill>
              </a:rPr>
              <a:t>Manual escalations account for </a:t>
            </a:r>
            <a:r>
              <a:rPr lang="en-US" sz="1400" b="1">
                <a:solidFill>
                  <a:schemeClr val="bg1"/>
                </a:solidFill>
              </a:rPr>
              <a:t>53.4%</a:t>
            </a:r>
            <a:r>
              <a:rPr lang="en-US" sz="1400">
                <a:solidFill>
                  <a:schemeClr val="bg1"/>
                </a:solidFill>
              </a:rPr>
              <a:t> of all escalations.</a:t>
            </a:r>
          </a:p>
          <a:p>
            <a:r>
              <a:rPr lang="en-US" sz="1400">
                <a:solidFill>
                  <a:schemeClr val="bg1"/>
                </a:solidFill>
              </a:rPr>
              <a:t>The heatmap shows that </a:t>
            </a:r>
            <a:r>
              <a:rPr lang="en-US" sz="1400" b="1">
                <a:solidFill>
                  <a:schemeClr val="bg1"/>
                </a:solidFill>
              </a:rPr>
              <a:t>P3 Standard Appointment Change tickets</a:t>
            </a:r>
            <a:r>
              <a:rPr lang="en-US" sz="1400">
                <a:solidFill>
                  <a:schemeClr val="bg1"/>
                </a:solidFill>
              </a:rPr>
              <a:t> represent the largest concentration of SLA risk..</a:t>
            </a:r>
          </a:p>
          <a:p>
            <a:r>
              <a:rPr lang="en-US" sz="1400">
                <a:highlight>
                  <a:srgbClr val="FFFF00"/>
                </a:highlight>
              </a:rPr>
              <a:t>BUSINESS IMPACT</a:t>
            </a:r>
          </a:p>
          <a:p>
            <a:r>
              <a:rPr lang="en-US" sz="1400">
                <a:solidFill>
                  <a:schemeClr val="bg1"/>
                </a:solidFill>
              </a:rPr>
              <a:t>Escalations are being driven primarily by process failures rather than ticket complexity. </a:t>
            </a:r>
          </a:p>
          <a:p>
            <a:r>
              <a:rPr lang="en-US" sz="1400">
                <a:solidFill>
                  <a:schemeClr val="bg1"/>
                </a:solidFill>
              </a:rPr>
              <a:t>Manual intervention increases operational costs and extends resolution times. </a:t>
            </a:r>
          </a:p>
          <a:p>
            <a:r>
              <a:rPr lang="en-US" sz="1400">
                <a:solidFill>
                  <a:schemeClr val="bg1"/>
                </a:solidFill>
              </a:rPr>
              <a:t>A small number of ticket-priority combinations consume a disproportionate amount of management attention</a:t>
            </a:r>
            <a:r>
              <a:rPr lang="en-US" sz="1400"/>
              <a:t>. </a:t>
            </a:r>
          </a:p>
          <a:p>
            <a:r>
              <a:rPr lang="en-US" sz="1400">
                <a:highlight>
                  <a:srgbClr val="FFFF00"/>
                </a:highlight>
              </a:rPr>
              <a:t>RECOMMENDATIONS</a:t>
            </a:r>
          </a:p>
          <a:p>
            <a:r>
              <a:rPr lang="en-US" sz="1400">
                <a:solidFill>
                  <a:schemeClr val="bg1"/>
                </a:solidFill>
              </a:rPr>
              <a:t>Automate escalation workflows for recurring SLA-risk scenarios. </a:t>
            </a:r>
          </a:p>
          <a:p>
            <a:r>
              <a:rPr lang="en-US" sz="1400">
                <a:solidFill>
                  <a:schemeClr val="bg1"/>
                </a:solidFill>
              </a:rPr>
              <a:t>Review service processes for P3 Standard Appointment Change tickets. </a:t>
            </a:r>
          </a:p>
          <a:p>
            <a:r>
              <a:rPr lang="en-US" sz="1400">
                <a:solidFill>
                  <a:schemeClr val="bg1"/>
                </a:solidFill>
              </a:rPr>
              <a:t>Establish automated routing and prioritization rules to reduce manual intervention.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CDAC8-55BB-B3F7-D6B9-BA13E009023E}"/>
              </a:ext>
            </a:extLst>
          </p:cNvPr>
          <p:cNvSpPr txBox="1"/>
          <p:nvPr/>
        </p:nvSpPr>
        <p:spPr>
          <a:xfrm>
            <a:off x="-4749" y="5854006"/>
            <a:ext cx="6793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/>
                </a:solidFill>
                <a:highlight>
                  <a:srgbClr val="00FFFF"/>
                </a:highlight>
              </a:rPr>
              <a:t>Northbridge's escalation challenge is largely operational rather than technical. The data indicates that automation and process redesign will deliver greater value than additional staffing.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10D08D-664E-375D-C17B-788146E12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1" y="102437"/>
            <a:ext cx="6878010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50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B1473-5027-A2E7-2C02-98752373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autiful black powerpoint background collection for stunning presentation">
            <a:extLst>
              <a:ext uri="{FF2B5EF4-FFF2-40B4-BE49-F238E27FC236}">
                <a16:creationId xmlns:a16="http://schemas.microsoft.com/office/drawing/2014/main" id="{5591FF7A-47DF-807F-6D02-40EAEEF0C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265" y="0"/>
            <a:ext cx="1224626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79CA83-E7A9-E3FF-A500-A953EA67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81" y="3867043"/>
            <a:ext cx="5374862" cy="1025799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WORKFORCE CAPACITY &amp; RESOURCE OPTIMISATION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D5C04-31FF-07F5-E5B1-6055260B6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2848" y="152400"/>
            <a:ext cx="5174585" cy="5908828"/>
          </a:xfrm>
        </p:spPr>
        <p:txBody>
          <a:bodyPr>
            <a:normAutofit fontScale="70000" lnSpcReduction="20000"/>
          </a:bodyPr>
          <a:lstStyle/>
          <a:p>
            <a:r>
              <a:rPr lang="en-US" sz="1600">
                <a:highlight>
                  <a:srgbClr val="FFFF00"/>
                </a:highlight>
              </a:rPr>
              <a:t>KEY INSIGHTS </a:t>
            </a:r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 Northbridge operates with 114 active agents and overall capacity utilization of 60%.</a:t>
            </a:r>
          </a:p>
          <a:p>
            <a:r>
              <a:rPr lang="en-US" sz="1600">
                <a:solidFill>
                  <a:schemeClr val="bg1"/>
                </a:solidFill>
              </a:rPr>
              <a:t> Manchester processes 594 tickets, nearly double the workload of some other hubs.</a:t>
            </a:r>
          </a:p>
          <a:p>
            <a:r>
              <a:rPr lang="en-US" sz="1600">
                <a:solidFill>
                  <a:schemeClr val="bg1"/>
                </a:solidFill>
              </a:rPr>
              <a:t>Agent utilization varies significantly, ranging from below 10% to over 400%.</a:t>
            </a:r>
          </a:p>
          <a:p>
            <a:r>
              <a:rPr lang="en-US" sz="1600">
                <a:solidFill>
                  <a:schemeClr val="bg1"/>
                </a:solidFill>
              </a:rPr>
              <a:t> Several agents are handling more than twice their assigned capacity, while others remain substantially underutilized.</a:t>
            </a:r>
          </a:p>
          <a:p>
            <a:r>
              <a:rPr lang="en-US" sz="1600">
                <a:highlight>
                  <a:srgbClr val="FFFF00"/>
                </a:highlight>
              </a:rPr>
              <a:t>BUSINESS IMPACT</a:t>
            </a:r>
          </a:p>
          <a:p>
            <a:r>
              <a:rPr lang="en-US" sz="1600">
                <a:solidFill>
                  <a:schemeClr val="bg1"/>
                </a:solidFill>
              </a:rPr>
              <a:t>Current workforce capacity is sufficient to meet demand.</a:t>
            </a:r>
          </a:p>
          <a:p>
            <a:r>
              <a:rPr lang="en-US" sz="1600">
                <a:solidFill>
                  <a:schemeClr val="bg1"/>
                </a:solidFill>
              </a:rPr>
              <a:t>Service performance risks are being driven by workload distribution rather than headcount limitations.</a:t>
            </a:r>
          </a:p>
          <a:p>
            <a:r>
              <a:rPr lang="en-US" sz="1600">
                <a:solidFill>
                  <a:schemeClr val="bg1"/>
                </a:solidFill>
              </a:rPr>
              <a:t> Overloaded agents are more likely to experience delays, reduced productivity, and burnout.</a:t>
            </a:r>
          </a:p>
          <a:p>
            <a:r>
              <a:rPr lang="en-US" sz="1600">
                <a:solidFill>
                  <a:schemeClr val="bg1"/>
                </a:solidFill>
              </a:rPr>
              <a:t>Underutilized capacity represents a missed opportunity to improve service efficiency.</a:t>
            </a:r>
          </a:p>
          <a:p>
            <a:r>
              <a:rPr lang="en-US" sz="1600">
                <a:highlight>
                  <a:srgbClr val="FFFF00"/>
                </a:highlight>
              </a:rPr>
              <a:t>RECOMMENDATIONS</a:t>
            </a:r>
          </a:p>
          <a:p>
            <a:r>
              <a:rPr lang="en-US" sz="1600">
                <a:solidFill>
                  <a:schemeClr val="bg1"/>
                </a:solidFill>
              </a:rPr>
              <a:t>Introduce workload-balancing rules across hubs and support teams.</a:t>
            </a:r>
          </a:p>
          <a:p>
            <a:r>
              <a:rPr lang="en-US" sz="1600">
                <a:solidFill>
                  <a:schemeClr val="bg1"/>
                </a:solidFill>
              </a:rPr>
              <a:t> Implement automated ticket routing based on agent availability, capacity, and expertise.</a:t>
            </a:r>
          </a:p>
          <a:p>
            <a:r>
              <a:rPr lang="en-US" sz="1600">
                <a:solidFill>
                  <a:schemeClr val="bg1"/>
                </a:solidFill>
              </a:rPr>
              <a:t> Establish utilization thresholds to identify overloaded and underutilized agents early.</a:t>
            </a:r>
          </a:p>
          <a:p>
            <a:r>
              <a:rPr lang="en-US" sz="1600">
                <a:solidFill>
                  <a:schemeClr val="bg1"/>
                </a:solidFill>
              </a:rPr>
              <a:t>Review workforce allocation monthly to ensure capacity is distributed effectively.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A5CE27-7B2F-AD6E-083B-C527C60F1D27}"/>
              </a:ext>
            </a:extLst>
          </p:cNvPr>
          <p:cNvSpPr txBox="1"/>
          <p:nvPr/>
        </p:nvSpPr>
        <p:spPr>
          <a:xfrm>
            <a:off x="155081" y="6061228"/>
            <a:ext cx="11922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/>
                </a:solidFill>
                <a:highlight>
                  <a:srgbClr val="00FFFF"/>
                </a:highlight>
              </a:rPr>
              <a:t>The </a:t>
            </a:r>
            <a:r>
              <a:rPr lang="en-US" err="1">
                <a:solidFill>
                  <a:schemeClr val="tx2"/>
                </a:solidFill>
                <a:highlight>
                  <a:srgbClr val="00FFFF"/>
                </a:highlight>
              </a:rPr>
              <a:t>organisation</a:t>
            </a:r>
            <a:r>
              <a:rPr lang="en-US">
                <a:solidFill>
                  <a:schemeClr val="tx2"/>
                </a:solidFill>
                <a:highlight>
                  <a:srgbClr val="00FFFF"/>
                </a:highlight>
              </a:rPr>
              <a:t> does not need more capacity—it needs better utilization of existing capacity..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E18E16-0C10-7888-D1B3-A2E35416D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4265" y="0"/>
            <a:ext cx="6957113" cy="39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72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173FB-2927-46C8-4F21-065672B2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autiful black powerpoint background collection for stunning presentation">
            <a:extLst>
              <a:ext uri="{FF2B5EF4-FFF2-40B4-BE49-F238E27FC236}">
                <a16:creationId xmlns:a16="http://schemas.microsoft.com/office/drawing/2014/main" id="{5BA30E58-CDE3-3F95-7524-7A12041C5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265" y="0"/>
            <a:ext cx="1224626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D4B500-9B6E-6636-9BD2-B3CA54D5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67" y="4626429"/>
            <a:ext cx="5374862" cy="1970314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bg2"/>
                </a:solidFill>
              </a:rPr>
              <a:t>FORECASTING &amp; STRATEGIC PLANNING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BCF22-4E9B-E6CA-7F75-BB6777351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2848" y="152400"/>
            <a:ext cx="5174585" cy="5791200"/>
          </a:xfrm>
        </p:spPr>
        <p:txBody>
          <a:bodyPr>
            <a:normAutofit lnSpcReduction="10000"/>
          </a:bodyPr>
          <a:lstStyle/>
          <a:p>
            <a:r>
              <a:rPr lang="en-US" sz="1600">
                <a:highlight>
                  <a:srgbClr val="FFFF00"/>
                </a:highlight>
              </a:rPr>
              <a:t>KEY INSIGHTS </a:t>
            </a:r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2"/>
                </a:solidFill>
              </a:rPr>
              <a:t>Monthly ticket demand is forecast to remain stable at approximately 126 tickets.</a:t>
            </a:r>
          </a:p>
          <a:p>
            <a:r>
              <a:rPr lang="en-US" sz="1600">
                <a:solidFill>
                  <a:schemeClr val="bg2"/>
                </a:solidFill>
              </a:rPr>
              <a:t> SLA breaches are expected to remain around 26 per month.</a:t>
            </a:r>
          </a:p>
          <a:p>
            <a:r>
              <a:rPr lang="en-US" sz="1600">
                <a:solidFill>
                  <a:schemeClr val="bg2"/>
                </a:solidFill>
              </a:rPr>
              <a:t> Backlog levels are projected to remain manageable</a:t>
            </a:r>
          </a:p>
          <a:p>
            <a:r>
              <a:rPr lang="en-US" sz="1600">
                <a:solidFill>
                  <a:schemeClr val="bg2"/>
                </a:solidFill>
              </a:rPr>
              <a:t>Ticket demand has declined by 5% year-over-year</a:t>
            </a:r>
          </a:p>
          <a:p>
            <a:r>
              <a:rPr lang="en-US" sz="1600"/>
              <a:t>.</a:t>
            </a:r>
            <a:r>
              <a:rPr lang="en-US" sz="1600">
                <a:highlight>
                  <a:srgbClr val="FFFF00"/>
                </a:highlight>
              </a:rPr>
              <a:t>BUSINESS IMPACT</a:t>
            </a:r>
          </a:p>
          <a:p>
            <a:r>
              <a:rPr lang="en-US" sz="1600">
                <a:solidFill>
                  <a:schemeClr val="bg2"/>
                </a:solidFill>
              </a:rPr>
              <a:t>No immediate workforce expansion is required.</a:t>
            </a:r>
          </a:p>
          <a:p>
            <a:r>
              <a:rPr lang="en-US" sz="1600">
                <a:solidFill>
                  <a:schemeClr val="bg2"/>
                </a:solidFill>
              </a:rPr>
              <a:t>Current operational trends are sustainable.</a:t>
            </a:r>
          </a:p>
          <a:p>
            <a:r>
              <a:rPr lang="en-US" sz="1600">
                <a:solidFill>
                  <a:schemeClr val="bg2"/>
                </a:solidFill>
              </a:rPr>
              <a:t>Future performance gains will depend on process improvements rather than additional staffing.</a:t>
            </a:r>
          </a:p>
          <a:p>
            <a:r>
              <a:rPr lang="en-US" sz="1600">
                <a:highlight>
                  <a:srgbClr val="FFFF00"/>
                </a:highlight>
              </a:rPr>
              <a:t>RECOMMENDATIONS</a:t>
            </a:r>
          </a:p>
          <a:p>
            <a:r>
              <a:rPr lang="en-US" sz="1600">
                <a:solidFill>
                  <a:schemeClr val="bg2"/>
                </a:solidFill>
              </a:rPr>
              <a:t>Maintain current staffing levels.</a:t>
            </a:r>
            <a:br>
              <a:rPr lang="en-US" sz="1600">
                <a:solidFill>
                  <a:schemeClr val="bg2"/>
                </a:solidFill>
              </a:rPr>
            </a:br>
            <a:r>
              <a:rPr lang="en-US" sz="1600">
                <a:solidFill>
                  <a:schemeClr val="bg2"/>
                </a:solidFill>
              </a:rPr>
              <a:t>• Prioritize automation initiatives.</a:t>
            </a:r>
            <a:br>
              <a:rPr lang="en-US" sz="1600">
                <a:solidFill>
                  <a:schemeClr val="bg2"/>
                </a:solidFill>
              </a:rPr>
            </a:br>
            <a:r>
              <a:rPr lang="en-US" sz="1600">
                <a:solidFill>
                  <a:schemeClr val="bg2"/>
                </a:solidFill>
              </a:rPr>
              <a:t>• Continue monitoring SLA risk indicators...</a:t>
            </a:r>
            <a:endParaRPr lang="en-US" sz="1400" b="1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670EFD-437F-1266-4737-7FC94B688991}"/>
              </a:ext>
            </a:extLst>
          </p:cNvPr>
          <p:cNvSpPr txBox="1"/>
          <p:nvPr/>
        </p:nvSpPr>
        <p:spPr>
          <a:xfrm>
            <a:off x="671332" y="5939135"/>
            <a:ext cx="10094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/>
                </a:solidFill>
                <a:highlight>
                  <a:srgbClr val="00FFFF"/>
                </a:highlight>
              </a:rPr>
              <a:t>The future challenge is not managing growth—it is improving efficiency.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935E4-6A6E-8848-7538-DFDB1AF62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7" y="47627"/>
            <a:ext cx="5887272" cy="442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5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BAD6B-160B-7A12-AC82-AECA97C6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autiful black powerpoint background collection for stunning presentation">
            <a:extLst>
              <a:ext uri="{FF2B5EF4-FFF2-40B4-BE49-F238E27FC236}">
                <a16:creationId xmlns:a16="http://schemas.microsoft.com/office/drawing/2014/main" id="{A65CA571-6D8A-3778-0C0B-63EEA3274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265" y="0"/>
            <a:ext cx="1224626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3C6B01-2ECD-D805-A207-3583D2AC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32" y="331579"/>
            <a:ext cx="9615668" cy="637250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bg2"/>
                </a:solidFill>
              </a:rPr>
              <a:t>FINAL RECOMMENDATIONS &amp; BUSINESS VALUE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A6B6A-76BC-5C6F-9047-A433D804E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9024" y="1774372"/>
            <a:ext cx="4433670" cy="35661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>
                <a:solidFill>
                  <a:srgbClr val="FFFF00"/>
                </a:solidFill>
                <a:highlight>
                  <a:srgbClr val="008080"/>
                </a:highlight>
              </a:rPr>
              <a:t>TOP PRIORITIES</a:t>
            </a:r>
          </a:p>
          <a:p>
            <a:r>
              <a:rPr lang="en-US">
                <a:solidFill>
                  <a:srgbClr val="FFFF00"/>
                </a:solidFill>
              </a:rPr>
              <a:t>Improve SLA Compliance in High-Risk Categories</a:t>
            </a:r>
          </a:p>
          <a:p>
            <a:r>
              <a:rPr lang="en-US">
                <a:solidFill>
                  <a:srgbClr val="FFFF00"/>
                </a:solidFill>
              </a:rPr>
              <a:t>Automate Appointment Change Requests</a:t>
            </a:r>
          </a:p>
          <a:p>
            <a:r>
              <a:rPr lang="en-US">
                <a:solidFill>
                  <a:srgbClr val="FFFF00"/>
                </a:solidFill>
              </a:rPr>
              <a:t>Reduce Manual Escalations</a:t>
            </a:r>
          </a:p>
          <a:p>
            <a:r>
              <a:rPr lang="en-US">
                <a:solidFill>
                  <a:srgbClr val="FFFF00"/>
                </a:solidFill>
              </a:rPr>
              <a:t>Rebalance Workload Across Agents and Hubs</a:t>
            </a:r>
          </a:p>
          <a:p>
            <a:r>
              <a:rPr lang="en-US">
                <a:solidFill>
                  <a:srgbClr val="FFFF00"/>
                </a:solidFill>
              </a:rPr>
              <a:t>Implement Intelligent Ticket Routing</a:t>
            </a:r>
          </a:p>
          <a:p>
            <a:r>
              <a:rPr lang="en-US">
                <a:solidFill>
                  <a:srgbClr val="FFFF00"/>
                </a:solidFill>
              </a:rPr>
              <a:t>Expand Customer Self-Service Capabilities</a:t>
            </a:r>
          </a:p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FE931C8-03C3-7A24-9865-AFC02DA33106}"/>
              </a:ext>
            </a:extLst>
          </p:cNvPr>
          <p:cNvSpPr txBox="1">
            <a:spLocks/>
          </p:cNvSpPr>
          <p:nvPr/>
        </p:nvSpPr>
        <p:spPr>
          <a:xfrm>
            <a:off x="5885983" y="1774372"/>
            <a:ext cx="5097699" cy="35661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FF00"/>
                </a:solidFill>
                <a:highlight>
                  <a:srgbClr val="008080"/>
                </a:highlight>
              </a:rPr>
              <a:t>EXPECTED BUSINESS BENEFITS</a:t>
            </a:r>
          </a:p>
          <a:p>
            <a:r>
              <a:rPr lang="en-US">
                <a:solidFill>
                  <a:srgbClr val="FFFF00"/>
                </a:solidFill>
              </a:rPr>
              <a:t> Reduced SLA Breaches</a:t>
            </a:r>
          </a:p>
          <a:p>
            <a:r>
              <a:rPr lang="en-US">
                <a:solidFill>
                  <a:srgbClr val="FFFF00"/>
                </a:solidFill>
              </a:rPr>
              <a:t> Higher SLA Compliance</a:t>
            </a:r>
          </a:p>
          <a:p>
            <a:r>
              <a:rPr lang="en-US">
                <a:solidFill>
                  <a:srgbClr val="FFFF00"/>
                </a:solidFill>
              </a:rPr>
              <a:t> Improved Customer Experience</a:t>
            </a:r>
          </a:p>
          <a:p>
            <a:r>
              <a:rPr lang="en-US">
                <a:solidFill>
                  <a:srgbClr val="FFFF00"/>
                </a:solidFill>
              </a:rPr>
              <a:t> Better Workforce Utilization</a:t>
            </a:r>
          </a:p>
          <a:p>
            <a:r>
              <a:rPr lang="en-US">
                <a:solidFill>
                  <a:srgbClr val="FFFF00"/>
                </a:solidFill>
              </a:rPr>
              <a:t> Lower Operational Costs</a:t>
            </a:r>
          </a:p>
          <a:p>
            <a:r>
              <a:rPr lang="en-US">
                <a:solidFill>
                  <a:srgbClr val="FFFF00"/>
                </a:solidFill>
              </a:rPr>
              <a:t> Faster Service Delivery</a:t>
            </a:r>
          </a:p>
          <a:p>
            <a:r>
              <a:rPr lang="en-US">
                <a:solidFill>
                  <a:srgbClr val="FFFF00"/>
                </a:solidFill>
              </a:rPr>
              <a:t> Improved Decision-Making</a:t>
            </a:r>
          </a:p>
          <a:p>
            <a:r>
              <a:rPr lang="en-US">
                <a:solidFill>
                  <a:srgbClr val="FFFF00"/>
                </a:solidFill>
              </a:rPr>
              <a:t>Reduced Escalation Volumes</a:t>
            </a:r>
          </a:p>
          <a:p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1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D5A2B-7580-F830-9698-2A728967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92B9964-202F-B160-369E-A2C014765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2" y="185285"/>
            <a:ext cx="11974596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67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766D2-330A-4838-61AC-E592519A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AC0CB1-B172-FC2F-B5FE-D96DB4A18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5" y="175758"/>
            <a:ext cx="11965070" cy="650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30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5D54A-9EC2-EA00-2798-81D55B60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06A21B-F880-E166-5A2E-F8850D0F1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5" y="151942"/>
            <a:ext cx="11993649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8BB85-C128-26B4-2329-A6B059DD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C4151-8446-A05E-1B71-26BB88D8D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5" y="170995"/>
            <a:ext cx="11965070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64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E4759F-96BC-50E3-B23A-02818832D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3774BC-C312-DD30-EACB-D1AE65207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33" y="175758"/>
            <a:ext cx="11698333" cy="650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7290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DashVTI</vt:lpstr>
      <vt:lpstr>Building a Customer Service Ticket &amp; SLA Optimization System for Northbridge Health Services Ltd</vt:lpstr>
      <vt:lpstr>Sub topics</vt:lpstr>
      <vt:lpstr>EXECUTIVE OVERVIEW</vt:lpstr>
      <vt:lpstr>UNDERSTANDING CUSTOMER DEMAND</vt:lpstr>
      <vt:lpstr>CUSTOMER &amp; REGIONAL DEMAND CONCENTRATION</vt:lpstr>
      <vt:lpstr>SLA RISK &amp; SERVICE PERFORMANCE</vt:lpstr>
      <vt:lpstr>Escalation Risk &amp; Automation Opportunity</vt:lpstr>
      <vt:lpstr>WORKFORCE CAPACITY &amp; RESOURCE OPTIMISATION</vt:lpstr>
      <vt:lpstr>FORECASTING &amp; STRATEGIC PLANNING</vt:lpstr>
      <vt:lpstr>FINAL RECOMMENDATIONS &amp; BUSINESS VALUE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Customer Service Ticket &amp; SLA Optimization System for Northbridge Health Services Ltd</dc:title>
  <dc:creator>Chukwuemeka Nwankwo</dc:creator>
  <cp:revision>1</cp:revision>
  <dcterms:created xsi:type="dcterms:W3CDTF">2026-06-05T16:31:20Z</dcterms:created>
  <dcterms:modified xsi:type="dcterms:W3CDTF">2026-06-09T19:07:47Z</dcterms:modified>
</cp:coreProperties>
</file>